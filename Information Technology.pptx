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20" r:id="rId1"/>
  </p:sldMasterIdLst>
  <p:notesMasterIdLst>
    <p:notesMasterId r:id="rId72"/>
  </p:notesMasterIdLst>
  <p:sldIdLst>
    <p:sldId id="256" r:id="rId2"/>
    <p:sldId id="257" r:id="rId3"/>
    <p:sldId id="258" r:id="rId4"/>
    <p:sldId id="345" r:id="rId5"/>
    <p:sldId id="347" r:id="rId6"/>
    <p:sldId id="348" r:id="rId7"/>
    <p:sldId id="349" r:id="rId8"/>
    <p:sldId id="268" r:id="rId9"/>
    <p:sldId id="271" r:id="rId10"/>
    <p:sldId id="272" r:id="rId11"/>
    <p:sldId id="273" r:id="rId12"/>
    <p:sldId id="274" r:id="rId13"/>
    <p:sldId id="275" r:id="rId14"/>
    <p:sldId id="350" r:id="rId15"/>
    <p:sldId id="279" r:id="rId16"/>
    <p:sldId id="351" r:id="rId17"/>
    <p:sldId id="352" r:id="rId18"/>
    <p:sldId id="353" r:id="rId19"/>
    <p:sldId id="354"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6" r:id="rId36"/>
    <p:sldId id="307" r:id="rId37"/>
    <p:sldId id="308" r:id="rId38"/>
    <p:sldId id="309" r:id="rId39"/>
    <p:sldId id="310" r:id="rId40"/>
    <p:sldId id="311" r:id="rId41"/>
    <p:sldId id="312" r:id="rId42"/>
    <p:sldId id="313" r:id="rId43"/>
    <p:sldId id="314" r:id="rId44"/>
    <p:sldId id="315" r:id="rId45"/>
    <p:sldId id="318" r:id="rId46"/>
    <p:sldId id="316" r:id="rId47"/>
    <p:sldId id="319" r:id="rId48"/>
    <p:sldId id="317" r:id="rId49"/>
    <p:sldId id="320" r:id="rId50"/>
    <p:sldId id="321" r:id="rId51"/>
    <p:sldId id="322" r:id="rId52"/>
    <p:sldId id="323" r:id="rId53"/>
    <p:sldId id="324" r:id="rId54"/>
    <p:sldId id="325" r:id="rId55"/>
    <p:sldId id="326" r:id="rId56"/>
    <p:sldId id="327" r:id="rId57"/>
    <p:sldId id="328" r:id="rId58"/>
    <p:sldId id="332" r:id="rId59"/>
    <p:sldId id="333" r:id="rId60"/>
    <p:sldId id="334" r:id="rId61"/>
    <p:sldId id="335" r:id="rId62"/>
    <p:sldId id="336" r:id="rId63"/>
    <p:sldId id="337" r:id="rId64"/>
    <p:sldId id="338" r:id="rId65"/>
    <p:sldId id="339" r:id="rId66"/>
    <p:sldId id="340" r:id="rId67"/>
    <p:sldId id="341" r:id="rId68"/>
    <p:sldId id="342" r:id="rId69"/>
    <p:sldId id="343" r:id="rId70"/>
    <p:sldId id="344" r:id="rId7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E75C79-F374-4997-A9E6-A01239EE8291}">
          <p14:sldIdLst>
            <p14:sldId id="256"/>
            <p14:sldId id="257"/>
            <p14:sldId id="258"/>
            <p14:sldId id="345"/>
            <p14:sldId id="347"/>
            <p14:sldId id="348"/>
            <p14:sldId id="349"/>
            <p14:sldId id="268"/>
            <p14:sldId id="271"/>
            <p14:sldId id="272"/>
            <p14:sldId id="273"/>
            <p14:sldId id="274"/>
            <p14:sldId id="275"/>
            <p14:sldId id="350"/>
            <p14:sldId id="279"/>
            <p14:sldId id="351"/>
            <p14:sldId id="352"/>
            <p14:sldId id="353"/>
            <p14:sldId id="354"/>
            <p14:sldId id="288"/>
            <p14:sldId id="289"/>
            <p14:sldId id="290"/>
            <p14:sldId id="291"/>
            <p14:sldId id="292"/>
            <p14:sldId id="293"/>
            <p14:sldId id="294"/>
            <p14:sldId id="295"/>
            <p14:sldId id="296"/>
            <p14:sldId id="297"/>
            <p14:sldId id="298"/>
            <p14:sldId id="299"/>
            <p14:sldId id="300"/>
            <p14:sldId id="301"/>
            <p14:sldId id="302"/>
            <p14:sldId id="306"/>
            <p14:sldId id="307"/>
            <p14:sldId id="308"/>
            <p14:sldId id="309"/>
            <p14:sldId id="310"/>
            <p14:sldId id="311"/>
            <p14:sldId id="312"/>
            <p14:sldId id="313"/>
            <p14:sldId id="314"/>
            <p14:sldId id="315"/>
            <p14:sldId id="318"/>
            <p14:sldId id="316"/>
            <p14:sldId id="319"/>
            <p14:sldId id="317"/>
            <p14:sldId id="320"/>
            <p14:sldId id="321"/>
            <p14:sldId id="322"/>
            <p14:sldId id="323"/>
            <p14:sldId id="324"/>
            <p14:sldId id="325"/>
            <p14:sldId id="326"/>
            <p14:sldId id="327"/>
            <p14:sldId id="328"/>
            <p14:sldId id="332"/>
            <p14:sldId id="333"/>
            <p14:sldId id="334"/>
            <p14:sldId id="335"/>
            <p14:sldId id="336"/>
            <p14:sldId id="337"/>
            <p14:sldId id="338"/>
            <p14:sldId id="339"/>
            <p14:sldId id="340"/>
            <p14:sldId id="341"/>
            <p14:sldId id="342"/>
            <p14:sldId id="343"/>
            <p14:sldId id="34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45C61B-E164-4A05-A83B-63C8B700A5C3}" v="117" dt="2026-01-08T17:47:01.5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50" autoAdjust="0"/>
    <p:restoredTop sz="94660"/>
  </p:normalViewPr>
  <p:slideViewPr>
    <p:cSldViewPr snapToGrid="0">
      <p:cViewPr>
        <p:scale>
          <a:sx n="70" d="100"/>
          <a:sy n="70" d="100"/>
        </p:scale>
        <p:origin x="1728" y="2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UBA TAIYABA" userId="7d5f4b51c04c22c0" providerId="LiveId" clId="{0D3F6978-521B-452A-B1CD-1292BC3EB16C}"/>
    <pc:docChg chg="undo custSel addSld delSld modSld sldOrd modMainMaster addSection delSection modSection modNotesMaster">
      <pc:chgData name="TUBA TAIYABA" userId="7d5f4b51c04c22c0" providerId="LiveId" clId="{0D3F6978-521B-452A-B1CD-1292BC3EB16C}" dt="2026-01-08T18:08:41.963" v="3018" actId="20577"/>
      <pc:docMkLst>
        <pc:docMk/>
      </pc:docMkLst>
      <pc:sldChg chg="modSp mod modAnim">
        <pc:chgData name="TUBA TAIYABA" userId="7d5f4b51c04c22c0" providerId="LiveId" clId="{0D3F6978-521B-452A-B1CD-1292BC3EB16C}" dt="2026-01-08T17:47:01.562" v="2728" actId="404"/>
        <pc:sldMkLst>
          <pc:docMk/>
          <pc:sldMk cId="605070548" sldId="256"/>
        </pc:sldMkLst>
        <pc:spChg chg="mod">
          <ac:chgData name="TUBA TAIYABA" userId="7d5f4b51c04c22c0" providerId="LiveId" clId="{0D3F6978-521B-452A-B1CD-1292BC3EB16C}" dt="2026-01-08T17:47:01.562" v="2728" actId="404"/>
          <ac:spMkLst>
            <pc:docMk/>
            <pc:sldMk cId="605070548" sldId="256"/>
            <ac:spMk id="2" creationId="{B470EDC7-D23D-4075-BCFE-127CDCC0ADCF}"/>
          </ac:spMkLst>
        </pc:spChg>
      </pc:sldChg>
      <pc:sldChg chg="addSp modSp mod">
        <pc:chgData name="TUBA TAIYABA" userId="7d5f4b51c04c22c0" providerId="LiveId" clId="{0D3F6978-521B-452A-B1CD-1292BC3EB16C}" dt="2026-01-08T17:52:08.887" v="2779" actId="20577"/>
        <pc:sldMkLst>
          <pc:docMk/>
          <pc:sldMk cId="1853867133" sldId="257"/>
        </pc:sldMkLst>
        <pc:spChg chg="mod">
          <ac:chgData name="TUBA TAIYABA" userId="7d5f4b51c04c22c0" providerId="LiveId" clId="{0D3F6978-521B-452A-B1CD-1292BC3EB16C}" dt="2026-01-08T17:47:54.666" v="2736" actId="14100"/>
          <ac:spMkLst>
            <pc:docMk/>
            <pc:sldMk cId="1853867133" sldId="257"/>
            <ac:spMk id="2" creationId="{9DECD2AD-B7A4-EFBF-4389-E5BF501A43DF}"/>
          </ac:spMkLst>
        </pc:spChg>
        <pc:spChg chg="mod">
          <ac:chgData name="TUBA TAIYABA" userId="7d5f4b51c04c22c0" providerId="LiveId" clId="{0D3F6978-521B-452A-B1CD-1292BC3EB16C}" dt="2026-01-08T17:48:46.869" v="2745" actId="403"/>
          <ac:spMkLst>
            <pc:docMk/>
            <pc:sldMk cId="1853867133" sldId="257"/>
            <ac:spMk id="3" creationId="{CED4CE57-8D68-364B-00E0-6D66FF75C700}"/>
          </ac:spMkLst>
        </pc:spChg>
        <pc:spChg chg="add mod">
          <ac:chgData name="TUBA TAIYABA" userId="7d5f4b51c04c22c0" providerId="LiveId" clId="{0D3F6978-521B-452A-B1CD-1292BC3EB16C}" dt="2026-01-08T17:52:08.887" v="2779" actId="20577"/>
          <ac:spMkLst>
            <pc:docMk/>
            <pc:sldMk cId="1853867133" sldId="257"/>
            <ac:spMk id="4" creationId="{8AC58D0D-D334-3C62-1F3E-D3A6C327D700}"/>
          </ac:spMkLst>
        </pc:spChg>
      </pc:sldChg>
      <pc:sldChg chg="modSp mod">
        <pc:chgData name="TUBA TAIYABA" userId="7d5f4b51c04c22c0" providerId="LiveId" clId="{0D3F6978-521B-452A-B1CD-1292BC3EB16C}" dt="2026-01-08T17:50:27.072" v="2763" actId="2710"/>
        <pc:sldMkLst>
          <pc:docMk/>
          <pc:sldMk cId="3169968284" sldId="258"/>
        </pc:sldMkLst>
        <pc:spChg chg="mod">
          <ac:chgData name="TUBA TAIYABA" userId="7d5f4b51c04c22c0" providerId="LiveId" clId="{0D3F6978-521B-452A-B1CD-1292BC3EB16C}" dt="2026-01-08T17:50:05.700" v="2759" actId="207"/>
          <ac:spMkLst>
            <pc:docMk/>
            <pc:sldMk cId="3169968284" sldId="258"/>
            <ac:spMk id="2" creationId="{40B3D7C6-FEEB-027D-553B-AA8341845E11}"/>
          </ac:spMkLst>
        </pc:spChg>
        <pc:spChg chg="mod">
          <ac:chgData name="TUBA TAIYABA" userId="7d5f4b51c04c22c0" providerId="LiveId" clId="{0D3F6978-521B-452A-B1CD-1292BC3EB16C}" dt="2026-01-08T17:50:27.072" v="2763" actId="2710"/>
          <ac:spMkLst>
            <pc:docMk/>
            <pc:sldMk cId="3169968284" sldId="258"/>
            <ac:spMk id="3" creationId="{9D676B7F-5BFB-18D9-EEF4-F6C7035B6B4B}"/>
          </ac:spMkLst>
        </pc:spChg>
      </pc:sldChg>
      <pc:sldChg chg="modSp del mod">
        <pc:chgData name="TUBA TAIYABA" userId="7d5f4b51c04c22c0" providerId="LiveId" clId="{0D3F6978-521B-452A-B1CD-1292BC3EB16C}" dt="2026-01-08T14:05:15.204" v="954" actId="2696"/>
        <pc:sldMkLst>
          <pc:docMk/>
          <pc:sldMk cId="109854503" sldId="259"/>
        </pc:sldMkLst>
        <pc:spChg chg="mod">
          <ac:chgData name="TUBA TAIYABA" userId="7d5f4b51c04c22c0" providerId="LiveId" clId="{0D3F6978-521B-452A-B1CD-1292BC3EB16C}" dt="2026-01-08T13:58:16.436" v="936" actId="20577"/>
          <ac:spMkLst>
            <pc:docMk/>
            <pc:sldMk cId="109854503" sldId="259"/>
            <ac:spMk id="2" creationId="{DCEE801E-165D-5653-0D47-B7B84E6F6CE4}"/>
          </ac:spMkLst>
        </pc:spChg>
        <pc:spChg chg="mod">
          <ac:chgData name="TUBA TAIYABA" userId="7d5f4b51c04c22c0" providerId="LiveId" clId="{0D3F6978-521B-452A-B1CD-1292BC3EB16C}" dt="2026-01-08T13:58:20.473" v="937" actId="20577"/>
          <ac:spMkLst>
            <pc:docMk/>
            <pc:sldMk cId="109854503" sldId="259"/>
            <ac:spMk id="3" creationId="{E0CC6608-2944-D41F-E6DD-C6F4C9BFD31E}"/>
          </ac:spMkLst>
        </pc:spChg>
      </pc:sldChg>
      <pc:sldChg chg="modSp del mod">
        <pc:chgData name="TUBA TAIYABA" userId="7d5f4b51c04c22c0" providerId="LiveId" clId="{0D3F6978-521B-452A-B1CD-1292BC3EB16C}" dt="2026-01-08T14:03:48.988" v="947" actId="2696"/>
        <pc:sldMkLst>
          <pc:docMk/>
          <pc:sldMk cId="1171019535" sldId="260"/>
        </pc:sldMkLst>
        <pc:spChg chg="mod">
          <ac:chgData name="TUBA TAIYABA" userId="7d5f4b51c04c22c0" providerId="LiveId" clId="{0D3F6978-521B-452A-B1CD-1292BC3EB16C}" dt="2026-01-08T13:52:32.194" v="901" actId="20577"/>
          <ac:spMkLst>
            <pc:docMk/>
            <pc:sldMk cId="1171019535" sldId="260"/>
            <ac:spMk id="2" creationId="{2C3D850E-AA6B-727E-B9DA-29099D2EAB88}"/>
          </ac:spMkLst>
        </pc:spChg>
        <pc:spChg chg="mod">
          <ac:chgData name="TUBA TAIYABA" userId="7d5f4b51c04c22c0" providerId="LiveId" clId="{0D3F6978-521B-452A-B1CD-1292BC3EB16C}" dt="2026-01-08T13:52:26.797" v="880" actId="5793"/>
          <ac:spMkLst>
            <pc:docMk/>
            <pc:sldMk cId="1171019535" sldId="260"/>
            <ac:spMk id="4" creationId="{CE3FF35E-AFAF-F629-81E0-13BECB93A5E6}"/>
          </ac:spMkLst>
        </pc:spChg>
      </pc:sldChg>
      <pc:sldChg chg="addSp delSp modSp del mod">
        <pc:chgData name="TUBA TAIYABA" userId="7d5f4b51c04c22c0" providerId="LiveId" clId="{0D3F6978-521B-452A-B1CD-1292BC3EB16C}" dt="2026-01-08T14:03:37.999" v="945" actId="2696"/>
        <pc:sldMkLst>
          <pc:docMk/>
          <pc:sldMk cId="3171473597" sldId="261"/>
        </pc:sldMkLst>
        <pc:spChg chg="del mod">
          <ac:chgData name="TUBA TAIYABA" userId="7d5f4b51c04c22c0" providerId="LiveId" clId="{0D3F6978-521B-452A-B1CD-1292BC3EB16C}" dt="2026-01-08T13:58:32.573" v="938" actId="478"/>
          <ac:spMkLst>
            <pc:docMk/>
            <pc:sldMk cId="3171473597" sldId="261"/>
            <ac:spMk id="2" creationId="{05C70CBD-3CBD-3550-2A7B-2164609B22A2}"/>
          </ac:spMkLst>
        </pc:spChg>
        <pc:spChg chg="mod">
          <ac:chgData name="TUBA TAIYABA" userId="7d5f4b51c04c22c0" providerId="LiveId" clId="{0D3F6978-521B-452A-B1CD-1292BC3EB16C}" dt="2026-01-08T13:58:40.921" v="941" actId="5793"/>
          <ac:spMkLst>
            <pc:docMk/>
            <pc:sldMk cId="3171473597" sldId="261"/>
            <ac:spMk id="3" creationId="{58BAE770-FC94-0C45-3BC6-3BD7FE70092E}"/>
          </ac:spMkLst>
        </pc:spChg>
        <pc:spChg chg="add mod">
          <ac:chgData name="TUBA TAIYABA" userId="7d5f4b51c04c22c0" providerId="LiveId" clId="{0D3F6978-521B-452A-B1CD-1292BC3EB16C}" dt="2026-01-08T13:58:32.573" v="938" actId="478"/>
          <ac:spMkLst>
            <pc:docMk/>
            <pc:sldMk cId="3171473597" sldId="261"/>
            <ac:spMk id="5" creationId="{20CC9E53-CFE2-64F0-5686-63153DA333FF}"/>
          </ac:spMkLst>
        </pc:spChg>
      </pc:sldChg>
      <pc:sldChg chg="addSp delSp modSp del mod">
        <pc:chgData name="TUBA TAIYABA" userId="7d5f4b51c04c22c0" providerId="LiveId" clId="{0D3F6978-521B-452A-B1CD-1292BC3EB16C}" dt="2026-01-08T14:16:14.041" v="1487" actId="2696"/>
        <pc:sldMkLst>
          <pc:docMk/>
          <pc:sldMk cId="865072669" sldId="262"/>
        </pc:sldMkLst>
        <pc:spChg chg="del mod">
          <ac:chgData name="TUBA TAIYABA" userId="7d5f4b51c04c22c0" providerId="LiveId" clId="{0D3F6978-521B-452A-B1CD-1292BC3EB16C}" dt="2026-01-08T14:06:00.027" v="958" actId="478"/>
          <ac:spMkLst>
            <pc:docMk/>
            <pc:sldMk cId="865072669" sldId="262"/>
            <ac:spMk id="2" creationId="{28A51946-37BC-5132-5CB3-15ED5E39709C}"/>
          </ac:spMkLst>
        </pc:spChg>
        <pc:spChg chg="mod">
          <ac:chgData name="TUBA TAIYABA" userId="7d5f4b51c04c22c0" providerId="LiveId" clId="{0D3F6978-521B-452A-B1CD-1292BC3EB16C}" dt="2026-01-08T14:06:03.387" v="959" actId="20577"/>
          <ac:spMkLst>
            <pc:docMk/>
            <pc:sldMk cId="865072669" sldId="262"/>
            <ac:spMk id="3" creationId="{342C4B5D-5034-0696-8672-4220BC009251}"/>
          </ac:spMkLst>
        </pc:spChg>
        <pc:spChg chg="add mod">
          <ac:chgData name="TUBA TAIYABA" userId="7d5f4b51c04c22c0" providerId="LiveId" clId="{0D3F6978-521B-452A-B1CD-1292BC3EB16C}" dt="2026-01-08T14:06:00.027" v="958" actId="478"/>
          <ac:spMkLst>
            <pc:docMk/>
            <pc:sldMk cId="865072669" sldId="262"/>
            <ac:spMk id="5" creationId="{B1A1D8A8-5490-D844-DBF5-87A5BA6F447C}"/>
          </ac:spMkLst>
        </pc:spChg>
      </pc:sldChg>
      <pc:sldChg chg="modSp del mod">
        <pc:chgData name="TUBA TAIYABA" userId="7d5f4b51c04c22c0" providerId="LiveId" clId="{0D3F6978-521B-452A-B1CD-1292BC3EB16C}" dt="2026-01-08T14:16:03.589" v="1486" actId="2696"/>
        <pc:sldMkLst>
          <pc:docMk/>
          <pc:sldMk cId="1035621755" sldId="263"/>
        </pc:sldMkLst>
        <pc:spChg chg="mod">
          <ac:chgData name="TUBA TAIYABA" userId="7d5f4b51c04c22c0" providerId="LiveId" clId="{0D3F6978-521B-452A-B1CD-1292BC3EB16C}" dt="2026-01-08T14:08:02.458" v="1016" actId="20577"/>
          <ac:spMkLst>
            <pc:docMk/>
            <pc:sldMk cId="1035621755" sldId="263"/>
            <ac:spMk id="2" creationId="{81F093D4-5A12-E30D-334B-378368BBC0B9}"/>
          </ac:spMkLst>
        </pc:spChg>
        <pc:spChg chg="mod">
          <ac:chgData name="TUBA TAIYABA" userId="7d5f4b51c04c22c0" providerId="LiveId" clId="{0D3F6978-521B-452A-B1CD-1292BC3EB16C}" dt="2026-01-08T14:08:21.385" v="1288" actId="5793"/>
          <ac:spMkLst>
            <pc:docMk/>
            <pc:sldMk cId="1035621755" sldId="263"/>
            <ac:spMk id="3" creationId="{06DD5CFD-9301-F2A7-92A0-DF11AFA1BFD7}"/>
          </ac:spMkLst>
        </pc:spChg>
      </pc:sldChg>
      <pc:sldChg chg="modSp del">
        <pc:chgData name="TUBA TAIYABA" userId="7d5f4b51c04c22c0" providerId="LiveId" clId="{0D3F6978-521B-452A-B1CD-1292BC3EB16C}" dt="2026-01-08T14:56:58.951" v="1599" actId="2696"/>
        <pc:sldMkLst>
          <pc:docMk/>
          <pc:sldMk cId="3274045900" sldId="264"/>
        </pc:sldMkLst>
        <pc:spChg chg="mod">
          <ac:chgData name="TUBA TAIYABA" userId="7d5f4b51c04c22c0" providerId="LiveId" clId="{0D3F6978-521B-452A-B1CD-1292BC3EB16C}" dt="2026-01-08T13:40:15.119" v="90"/>
          <ac:spMkLst>
            <pc:docMk/>
            <pc:sldMk cId="3274045900" sldId="264"/>
            <ac:spMk id="2" creationId="{53E3D617-AB97-1A8E-2AC5-DB27E28DA5FD}"/>
          </ac:spMkLst>
        </pc:spChg>
        <pc:spChg chg="mod">
          <ac:chgData name="TUBA TAIYABA" userId="7d5f4b51c04c22c0" providerId="LiveId" clId="{0D3F6978-521B-452A-B1CD-1292BC3EB16C}" dt="2026-01-08T13:40:15.119" v="90"/>
          <ac:spMkLst>
            <pc:docMk/>
            <pc:sldMk cId="3274045900" sldId="264"/>
            <ac:spMk id="3" creationId="{1F2D4615-3AD2-BECB-7D8F-1A1860C631AB}"/>
          </ac:spMkLst>
        </pc:spChg>
      </pc:sldChg>
      <pc:sldChg chg="modSp del mod">
        <pc:chgData name="TUBA TAIYABA" userId="7d5f4b51c04c22c0" providerId="LiveId" clId="{0D3F6978-521B-452A-B1CD-1292BC3EB16C}" dt="2026-01-08T14:57:11.465" v="1600" actId="2696"/>
        <pc:sldMkLst>
          <pc:docMk/>
          <pc:sldMk cId="2807291616" sldId="265"/>
        </pc:sldMkLst>
        <pc:spChg chg="mod">
          <ac:chgData name="TUBA TAIYABA" userId="7d5f4b51c04c22c0" providerId="LiveId" clId="{0D3F6978-521B-452A-B1CD-1292BC3EB16C}" dt="2026-01-08T14:53:05.826" v="1557" actId="1076"/>
          <ac:spMkLst>
            <pc:docMk/>
            <pc:sldMk cId="2807291616" sldId="265"/>
            <ac:spMk id="2" creationId="{52AFEC44-F262-3E02-46BB-42D538BCCE57}"/>
          </ac:spMkLst>
        </pc:spChg>
        <pc:spChg chg="mod">
          <ac:chgData name="TUBA TAIYABA" userId="7d5f4b51c04c22c0" providerId="LiveId" clId="{0D3F6978-521B-452A-B1CD-1292BC3EB16C}" dt="2026-01-08T13:40:15.119" v="90"/>
          <ac:spMkLst>
            <pc:docMk/>
            <pc:sldMk cId="2807291616" sldId="265"/>
            <ac:spMk id="3" creationId="{F0B6A4C6-2638-3C71-2FC2-7183687E3EA3}"/>
          </ac:spMkLst>
        </pc:spChg>
      </pc:sldChg>
      <pc:sldChg chg="modSp del">
        <pc:chgData name="TUBA TAIYABA" userId="7d5f4b51c04c22c0" providerId="LiveId" clId="{0D3F6978-521B-452A-B1CD-1292BC3EB16C}" dt="2026-01-08T15:10:06.789" v="1649" actId="2696"/>
        <pc:sldMkLst>
          <pc:docMk/>
          <pc:sldMk cId="2622292763" sldId="266"/>
        </pc:sldMkLst>
        <pc:spChg chg="mod">
          <ac:chgData name="TUBA TAIYABA" userId="7d5f4b51c04c22c0" providerId="LiveId" clId="{0D3F6978-521B-452A-B1CD-1292BC3EB16C}" dt="2026-01-08T13:40:15.119" v="90"/>
          <ac:spMkLst>
            <pc:docMk/>
            <pc:sldMk cId="2622292763" sldId="266"/>
            <ac:spMk id="2" creationId="{18B20DBC-0300-4CF0-2151-8B08F8FE6868}"/>
          </ac:spMkLst>
        </pc:spChg>
        <pc:spChg chg="mod">
          <ac:chgData name="TUBA TAIYABA" userId="7d5f4b51c04c22c0" providerId="LiveId" clId="{0D3F6978-521B-452A-B1CD-1292BC3EB16C}" dt="2026-01-08T13:40:15.119" v="90"/>
          <ac:spMkLst>
            <pc:docMk/>
            <pc:sldMk cId="2622292763" sldId="266"/>
            <ac:spMk id="3" creationId="{B08FDC43-FCB4-4086-3427-35942393DA1B}"/>
          </ac:spMkLst>
        </pc:spChg>
      </pc:sldChg>
      <pc:sldChg chg="modSp del ord">
        <pc:chgData name="TUBA TAIYABA" userId="7d5f4b51c04c22c0" providerId="LiveId" clId="{0D3F6978-521B-452A-B1CD-1292BC3EB16C}" dt="2026-01-08T15:10:14.790" v="1650" actId="2696"/>
        <pc:sldMkLst>
          <pc:docMk/>
          <pc:sldMk cId="1500726517" sldId="267"/>
        </pc:sldMkLst>
        <pc:spChg chg="mod">
          <ac:chgData name="TUBA TAIYABA" userId="7d5f4b51c04c22c0" providerId="LiveId" clId="{0D3F6978-521B-452A-B1CD-1292BC3EB16C}" dt="2026-01-08T13:40:15.119" v="90"/>
          <ac:spMkLst>
            <pc:docMk/>
            <pc:sldMk cId="1500726517" sldId="267"/>
            <ac:spMk id="2" creationId="{B8867BE7-7E1B-413A-B092-964E63ED6C65}"/>
          </ac:spMkLst>
        </pc:spChg>
        <pc:spChg chg="mod">
          <ac:chgData name="TUBA TAIYABA" userId="7d5f4b51c04c22c0" providerId="LiveId" clId="{0D3F6978-521B-452A-B1CD-1292BC3EB16C}" dt="2026-01-08T13:40:15.119" v="90"/>
          <ac:spMkLst>
            <pc:docMk/>
            <pc:sldMk cId="1500726517" sldId="267"/>
            <ac:spMk id="3" creationId="{58082AE7-35F2-087D-EAB0-CBFABA026697}"/>
          </ac:spMkLst>
        </pc:spChg>
      </pc:sldChg>
      <pc:sldChg chg="addSp modSp mod">
        <pc:chgData name="TUBA TAIYABA" userId="7d5f4b51c04c22c0" providerId="LiveId" clId="{0D3F6978-521B-452A-B1CD-1292BC3EB16C}" dt="2026-01-08T18:08:41.963" v="3018" actId="20577"/>
        <pc:sldMkLst>
          <pc:docMk/>
          <pc:sldMk cId="2333893497" sldId="268"/>
        </pc:sldMkLst>
        <pc:spChg chg="mod">
          <ac:chgData name="TUBA TAIYABA" userId="7d5f4b51c04c22c0" providerId="LiveId" clId="{0D3F6978-521B-452A-B1CD-1292BC3EB16C}" dt="2026-01-08T18:05:22.382" v="2930" actId="255"/>
          <ac:spMkLst>
            <pc:docMk/>
            <pc:sldMk cId="2333893497" sldId="268"/>
            <ac:spMk id="2" creationId="{E679BAF0-580C-1AC5-41F1-2A619537D695}"/>
          </ac:spMkLst>
        </pc:spChg>
        <pc:spChg chg="mod">
          <ac:chgData name="TUBA TAIYABA" userId="7d5f4b51c04c22c0" providerId="LiveId" clId="{0D3F6978-521B-452A-B1CD-1292BC3EB16C}" dt="2026-01-08T18:05:44.542" v="2932" actId="14100"/>
          <ac:spMkLst>
            <pc:docMk/>
            <pc:sldMk cId="2333893497" sldId="268"/>
            <ac:spMk id="3" creationId="{3AAAED2D-45AF-0108-393C-BBF1607325F5}"/>
          </ac:spMkLst>
        </pc:spChg>
        <pc:spChg chg="add mod">
          <ac:chgData name="TUBA TAIYABA" userId="7d5f4b51c04c22c0" providerId="LiveId" clId="{0D3F6978-521B-452A-B1CD-1292BC3EB16C}" dt="2026-01-08T17:44:09.036" v="2617"/>
          <ac:spMkLst>
            <pc:docMk/>
            <pc:sldMk cId="2333893497" sldId="268"/>
            <ac:spMk id="5" creationId="{40D6EC0D-3608-4BFF-B5B7-DD0F3A28106E}"/>
          </ac:spMkLst>
        </pc:spChg>
        <pc:spChg chg="add mod">
          <ac:chgData name="TUBA TAIYABA" userId="7d5f4b51c04c22c0" providerId="LiveId" clId="{0D3F6978-521B-452A-B1CD-1292BC3EB16C}" dt="2026-01-08T18:08:41.963" v="3018" actId="20577"/>
          <ac:spMkLst>
            <pc:docMk/>
            <pc:sldMk cId="2333893497" sldId="268"/>
            <ac:spMk id="7" creationId="{DE5CEBD5-6329-3120-899F-9D956EAF6C2D}"/>
          </ac:spMkLst>
        </pc:spChg>
        <pc:spChg chg="add mod">
          <ac:chgData name="TUBA TAIYABA" userId="7d5f4b51c04c22c0" providerId="LiveId" clId="{0D3F6978-521B-452A-B1CD-1292BC3EB16C}" dt="2026-01-08T18:05:38.174" v="2931" actId="14100"/>
          <ac:spMkLst>
            <pc:docMk/>
            <pc:sldMk cId="2333893497" sldId="268"/>
            <ac:spMk id="9" creationId="{6DCE5CE0-2E61-8D1F-CDB3-074D23153FC8}"/>
          </ac:spMkLst>
        </pc:spChg>
      </pc:sldChg>
      <pc:sldChg chg="modSp del mod">
        <pc:chgData name="TUBA TAIYABA" userId="7d5f4b51c04c22c0" providerId="LiveId" clId="{0D3F6978-521B-452A-B1CD-1292BC3EB16C}" dt="2026-01-08T15:36:17.946" v="1823" actId="2696"/>
        <pc:sldMkLst>
          <pc:docMk/>
          <pc:sldMk cId="1852200030" sldId="269"/>
        </pc:sldMkLst>
        <pc:spChg chg="mod">
          <ac:chgData name="TUBA TAIYABA" userId="7d5f4b51c04c22c0" providerId="LiveId" clId="{0D3F6978-521B-452A-B1CD-1292BC3EB16C}" dt="2026-01-08T15:31:13.049" v="1799" actId="1076"/>
          <ac:spMkLst>
            <pc:docMk/>
            <pc:sldMk cId="1852200030" sldId="269"/>
            <ac:spMk id="2" creationId="{E5B390A6-A62E-D30E-AD57-DEE0BEC6F188}"/>
          </ac:spMkLst>
        </pc:spChg>
        <pc:spChg chg="mod">
          <ac:chgData name="TUBA TAIYABA" userId="7d5f4b51c04c22c0" providerId="LiveId" clId="{0D3F6978-521B-452A-B1CD-1292BC3EB16C}" dt="2026-01-08T13:40:15.119" v="90"/>
          <ac:spMkLst>
            <pc:docMk/>
            <pc:sldMk cId="1852200030" sldId="269"/>
            <ac:spMk id="3" creationId="{D22ECE0E-A6A0-A4E8-0502-3DFF1F4DAA10}"/>
          </ac:spMkLst>
        </pc:spChg>
      </pc:sldChg>
      <pc:sldChg chg="modSp del mod">
        <pc:chgData name="TUBA TAIYABA" userId="7d5f4b51c04c22c0" providerId="LiveId" clId="{0D3F6978-521B-452A-B1CD-1292BC3EB16C}" dt="2026-01-08T15:44:44.348" v="1967" actId="2696"/>
        <pc:sldMkLst>
          <pc:docMk/>
          <pc:sldMk cId="3291457624" sldId="270"/>
        </pc:sldMkLst>
        <pc:spChg chg="mod">
          <ac:chgData name="TUBA TAIYABA" userId="7d5f4b51c04c22c0" providerId="LiveId" clId="{0D3F6978-521B-452A-B1CD-1292BC3EB16C}" dt="2026-01-08T15:37:40.052" v="1827" actId="14100"/>
          <ac:spMkLst>
            <pc:docMk/>
            <pc:sldMk cId="3291457624" sldId="270"/>
            <ac:spMk id="2" creationId="{07BF683E-9251-B5A9-81AF-10D27617D599}"/>
          </ac:spMkLst>
        </pc:spChg>
        <pc:spChg chg="mod">
          <ac:chgData name="TUBA TAIYABA" userId="7d5f4b51c04c22c0" providerId="LiveId" clId="{0D3F6978-521B-452A-B1CD-1292BC3EB16C}" dt="2026-01-08T15:40:32.479" v="1945" actId="1076"/>
          <ac:spMkLst>
            <pc:docMk/>
            <pc:sldMk cId="3291457624" sldId="270"/>
            <ac:spMk id="3" creationId="{3883C459-1C92-E76C-47A3-86E27CEDA244}"/>
          </ac:spMkLst>
        </pc:spChg>
      </pc:sldChg>
      <pc:sldChg chg="modSp mod">
        <pc:chgData name="TUBA TAIYABA" userId="7d5f4b51c04c22c0" providerId="LiveId" clId="{0D3F6978-521B-452A-B1CD-1292BC3EB16C}" dt="2026-01-08T17:44:25.660" v="2678" actId="27636"/>
        <pc:sldMkLst>
          <pc:docMk/>
          <pc:sldMk cId="850370653" sldId="271"/>
        </pc:sldMkLst>
        <pc:spChg chg="mod">
          <ac:chgData name="TUBA TAIYABA" userId="7d5f4b51c04c22c0" providerId="LiveId" clId="{0D3F6978-521B-452A-B1CD-1292BC3EB16C}" dt="2026-01-08T17:44:09.036" v="2617"/>
          <ac:spMkLst>
            <pc:docMk/>
            <pc:sldMk cId="850370653" sldId="271"/>
            <ac:spMk id="2" creationId="{79D376D1-D7F4-83C3-E02B-9F0D412F7F00}"/>
          </ac:spMkLst>
        </pc:spChg>
        <pc:spChg chg="mod">
          <ac:chgData name="TUBA TAIYABA" userId="7d5f4b51c04c22c0" providerId="LiveId" clId="{0D3F6978-521B-452A-B1CD-1292BC3EB16C}" dt="2026-01-08T17:44:25.660" v="2678" actId="27636"/>
          <ac:spMkLst>
            <pc:docMk/>
            <pc:sldMk cId="850370653" sldId="271"/>
            <ac:spMk id="3" creationId="{FA6F3647-1C15-FD47-0D0D-CA8BF7C9248F}"/>
          </ac:spMkLst>
        </pc:spChg>
      </pc:sldChg>
      <pc:sldChg chg="modSp">
        <pc:chgData name="TUBA TAIYABA" userId="7d5f4b51c04c22c0" providerId="LiveId" clId="{0D3F6978-521B-452A-B1CD-1292BC3EB16C}" dt="2026-01-08T17:44:09.036" v="2617"/>
        <pc:sldMkLst>
          <pc:docMk/>
          <pc:sldMk cId="2420094736" sldId="272"/>
        </pc:sldMkLst>
        <pc:spChg chg="mod">
          <ac:chgData name="TUBA TAIYABA" userId="7d5f4b51c04c22c0" providerId="LiveId" clId="{0D3F6978-521B-452A-B1CD-1292BC3EB16C}" dt="2026-01-08T17:44:09.036" v="2617"/>
          <ac:spMkLst>
            <pc:docMk/>
            <pc:sldMk cId="2420094736" sldId="272"/>
            <ac:spMk id="3" creationId="{D4BDA5CF-F848-016A-F99D-E7DD002240CD}"/>
          </ac:spMkLst>
        </pc:spChg>
      </pc:sldChg>
      <pc:sldChg chg="modSp">
        <pc:chgData name="TUBA TAIYABA" userId="7d5f4b51c04c22c0" providerId="LiveId" clId="{0D3F6978-521B-452A-B1CD-1292BC3EB16C}" dt="2026-01-08T17:44:09.036" v="2617"/>
        <pc:sldMkLst>
          <pc:docMk/>
          <pc:sldMk cId="2818875743" sldId="273"/>
        </pc:sldMkLst>
        <pc:spChg chg="mod">
          <ac:chgData name="TUBA TAIYABA" userId="7d5f4b51c04c22c0" providerId="LiveId" clId="{0D3F6978-521B-452A-B1CD-1292BC3EB16C}" dt="2026-01-08T17:44:09.036" v="2617"/>
          <ac:spMkLst>
            <pc:docMk/>
            <pc:sldMk cId="2818875743" sldId="273"/>
            <ac:spMk id="3" creationId="{DE408E5C-57CA-9DD6-26C3-C42E1A3C602F}"/>
          </ac:spMkLst>
        </pc:spChg>
      </pc:sldChg>
      <pc:sldChg chg="modSp mod">
        <pc:chgData name="TUBA TAIYABA" userId="7d5f4b51c04c22c0" providerId="LiveId" clId="{0D3F6978-521B-452A-B1CD-1292BC3EB16C}" dt="2026-01-08T17:44:27.649" v="2699"/>
        <pc:sldMkLst>
          <pc:docMk/>
          <pc:sldMk cId="931892823" sldId="274"/>
        </pc:sldMkLst>
        <pc:spChg chg="mod">
          <ac:chgData name="TUBA TAIYABA" userId="7d5f4b51c04c22c0" providerId="LiveId" clId="{0D3F6978-521B-452A-B1CD-1292BC3EB16C}" dt="2026-01-08T17:44:27.649" v="2699"/>
          <ac:spMkLst>
            <pc:docMk/>
            <pc:sldMk cId="931892823" sldId="274"/>
            <ac:spMk id="2" creationId="{C1F5CC4E-D784-F1EC-8106-3F415D281ACE}"/>
          </ac:spMkLst>
        </pc:spChg>
        <pc:spChg chg="mod">
          <ac:chgData name="TUBA TAIYABA" userId="7d5f4b51c04c22c0" providerId="LiveId" clId="{0D3F6978-521B-452A-B1CD-1292BC3EB16C}" dt="2026-01-08T17:44:27.649" v="2699"/>
          <ac:spMkLst>
            <pc:docMk/>
            <pc:sldMk cId="931892823" sldId="274"/>
            <ac:spMk id="3" creationId="{55E1130F-AC1F-51D6-049C-2BDE781F9842}"/>
          </ac:spMkLst>
        </pc:spChg>
      </pc:sldChg>
      <pc:sldChg chg="modSp mod">
        <pc:chgData name="TUBA TAIYABA" userId="7d5f4b51c04c22c0" providerId="LiveId" clId="{0D3F6978-521B-452A-B1CD-1292BC3EB16C}" dt="2026-01-08T17:44:09.036" v="2617"/>
        <pc:sldMkLst>
          <pc:docMk/>
          <pc:sldMk cId="2581465414" sldId="275"/>
        </pc:sldMkLst>
        <pc:spChg chg="mod">
          <ac:chgData name="TUBA TAIYABA" userId="7d5f4b51c04c22c0" providerId="LiveId" clId="{0D3F6978-521B-452A-B1CD-1292BC3EB16C}" dt="2026-01-08T17:44:09.036" v="2617"/>
          <ac:spMkLst>
            <pc:docMk/>
            <pc:sldMk cId="2581465414" sldId="275"/>
            <ac:spMk id="2" creationId="{F214E742-3F29-4E04-8B7A-FCA557812544}"/>
          </ac:spMkLst>
        </pc:spChg>
        <pc:graphicFrameChg chg="mod modGraphic">
          <ac:chgData name="TUBA TAIYABA" userId="7d5f4b51c04c22c0" providerId="LiveId" clId="{0D3F6978-521B-452A-B1CD-1292BC3EB16C}" dt="2026-01-08T17:44:09.036" v="2617"/>
          <ac:graphicFrameMkLst>
            <pc:docMk/>
            <pc:sldMk cId="2581465414" sldId="275"/>
            <ac:graphicFrameMk id="4" creationId="{1F8A11C3-FE6D-EE59-1E06-35FBB8C88A13}"/>
          </ac:graphicFrameMkLst>
        </pc:graphicFrameChg>
      </pc:sldChg>
      <pc:sldChg chg="modSp del mod">
        <pc:chgData name="TUBA TAIYABA" userId="7d5f4b51c04c22c0" providerId="LiveId" clId="{0D3F6978-521B-452A-B1CD-1292BC3EB16C}" dt="2026-01-08T15:47:41.828" v="1992" actId="2696"/>
        <pc:sldMkLst>
          <pc:docMk/>
          <pc:sldMk cId="1399706127" sldId="276"/>
        </pc:sldMkLst>
        <pc:spChg chg="mod">
          <ac:chgData name="TUBA TAIYABA" userId="7d5f4b51c04c22c0" providerId="LiveId" clId="{0D3F6978-521B-452A-B1CD-1292BC3EB16C}" dt="2026-01-08T15:45:40.964" v="1970" actId="14100"/>
          <ac:spMkLst>
            <pc:docMk/>
            <pc:sldMk cId="1399706127" sldId="276"/>
            <ac:spMk id="2" creationId="{5E53D8C5-D20C-829D-40CC-E02EBAE4B757}"/>
          </ac:spMkLst>
        </pc:spChg>
      </pc:sldChg>
      <pc:sldChg chg="modSp del mod">
        <pc:chgData name="TUBA TAIYABA" userId="7d5f4b51c04c22c0" providerId="LiveId" clId="{0D3F6978-521B-452A-B1CD-1292BC3EB16C}" dt="2026-01-08T15:47:48.829" v="1993" actId="2696"/>
        <pc:sldMkLst>
          <pc:docMk/>
          <pc:sldMk cId="2963512045" sldId="277"/>
        </pc:sldMkLst>
        <pc:spChg chg="mod">
          <ac:chgData name="TUBA TAIYABA" userId="7d5f4b51c04c22c0" providerId="LiveId" clId="{0D3F6978-521B-452A-B1CD-1292BC3EB16C}" dt="2026-01-08T15:46:27.385" v="1976" actId="1076"/>
          <ac:spMkLst>
            <pc:docMk/>
            <pc:sldMk cId="2963512045" sldId="277"/>
            <ac:spMk id="2" creationId="{46CEEB08-E7D0-201B-9E99-7FC016626C07}"/>
          </ac:spMkLst>
        </pc:spChg>
      </pc:sldChg>
      <pc:sldChg chg="modSp del mod">
        <pc:chgData name="TUBA TAIYABA" userId="7d5f4b51c04c22c0" providerId="LiveId" clId="{0D3F6978-521B-452A-B1CD-1292BC3EB16C}" dt="2026-01-08T17:10:52.916" v="2041" actId="2696"/>
        <pc:sldMkLst>
          <pc:docMk/>
          <pc:sldMk cId="2874170136" sldId="278"/>
        </pc:sldMkLst>
        <pc:spChg chg="mod">
          <ac:chgData name="TUBA TAIYABA" userId="7d5f4b51c04c22c0" providerId="LiveId" clId="{0D3F6978-521B-452A-B1CD-1292BC3EB16C}" dt="2026-01-08T17:07:43.365" v="2002" actId="20577"/>
          <ac:spMkLst>
            <pc:docMk/>
            <pc:sldMk cId="2874170136" sldId="278"/>
            <ac:spMk id="2" creationId="{E1710CF3-94CC-BF36-3869-001FC4946E4E}"/>
          </ac:spMkLst>
        </pc:spChg>
        <pc:spChg chg="mod">
          <ac:chgData name="TUBA TAIYABA" userId="7d5f4b51c04c22c0" providerId="LiveId" clId="{0D3F6978-521B-452A-B1CD-1292BC3EB16C}" dt="2026-01-08T17:07:46.624" v="2003" actId="20577"/>
          <ac:spMkLst>
            <pc:docMk/>
            <pc:sldMk cId="2874170136" sldId="278"/>
            <ac:spMk id="4" creationId="{9080C414-B2CC-B5D0-DC2E-80BA571B5757}"/>
          </ac:spMkLst>
        </pc:spChg>
      </pc:sldChg>
      <pc:sldChg chg="modSp mod">
        <pc:chgData name="TUBA TAIYABA" userId="7d5f4b51c04c22c0" providerId="LiveId" clId="{0D3F6978-521B-452A-B1CD-1292BC3EB16C}" dt="2026-01-08T17:44:27.649" v="2699"/>
        <pc:sldMkLst>
          <pc:docMk/>
          <pc:sldMk cId="1774330412" sldId="279"/>
        </pc:sldMkLst>
        <pc:spChg chg="mod">
          <ac:chgData name="TUBA TAIYABA" userId="7d5f4b51c04c22c0" providerId="LiveId" clId="{0D3F6978-521B-452A-B1CD-1292BC3EB16C}" dt="2026-01-08T17:44:27.649" v="2699"/>
          <ac:spMkLst>
            <pc:docMk/>
            <pc:sldMk cId="1774330412" sldId="279"/>
            <ac:spMk id="2" creationId="{C766F51F-DEB3-1AA2-C80F-C9797C172451}"/>
          </ac:spMkLst>
        </pc:spChg>
        <pc:spChg chg="mod">
          <ac:chgData name="TUBA TAIYABA" userId="7d5f4b51c04c22c0" providerId="LiveId" clId="{0D3F6978-521B-452A-B1CD-1292BC3EB16C}" dt="2026-01-08T17:44:09.036" v="2617"/>
          <ac:spMkLst>
            <pc:docMk/>
            <pc:sldMk cId="1774330412" sldId="279"/>
            <ac:spMk id="3" creationId="{22CAFC8B-43DF-CA3C-CBDF-FCE0A0575576}"/>
          </ac:spMkLst>
        </pc:spChg>
      </pc:sldChg>
      <pc:sldChg chg="modSp del mod">
        <pc:chgData name="TUBA TAIYABA" userId="7d5f4b51c04c22c0" providerId="LiveId" clId="{0D3F6978-521B-452A-B1CD-1292BC3EB16C}" dt="2026-01-08T17:10:47.187" v="2040" actId="2696"/>
        <pc:sldMkLst>
          <pc:docMk/>
          <pc:sldMk cId="2016633028" sldId="280"/>
        </pc:sldMkLst>
        <pc:spChg chg="mod">
          <ac:chgData name="TUBA TAIYABA" userId="7d5f4b51c04c22c0" providerId="LiveId" clId="{0D3F6978-521B-452A-B1CD-1292BC3EB16C}" dt="2026-01-08T13:40:15.119" v="90"/>
          <ac:spMkLst>
            <pc:docMk/>
            <pc:sldMk cId="2016633028" sldId="280"/>
            <ac:spMk id="2" creationId="{D24BE865-A35A-D02E-3D90-B2C12AE04504}"/>
          </ac:spMkLst>
        </pc:spChg>
        <pc:spChg chg="mod">
          <ac:chgData name="TUBA TAIYABA" userId="7d5f4b51c04c22c0" providerId="LiveId" clId="{0D3F6978-521B-452A-B1CD-1292BC3EB16C}" dt="2026-01-07T14:32:43.180" v="31" actId="27636"/>
          <ac:spMkLst>
            <pc:docMk/>
            <pc:sldMk cId="2016633028" sldId="280"/>
            <ac:spMk id="3" creationId="{4D3FF5D4-94DA-B289-159E-489E156961D1}"/>
          </ac:spMkLst>
        </pc:spChg>
      </pc:sldChg>
      <pc:sldChg chg="modSp del mod">
        <pc:chgData name="TUBA TAIYABA" userId="7d5f4b51c04c22c0" providerId="LiveId" clId="{0D3F6978-521B-452A-B1CD-1292BC3EB16C}" dt="2026-01-08T17:24:09.406" v="2085" actId="2696"/>
        <pc:sldMkLst>
          <pc:docMk/>
          <pc:sldMk cId="1990988019" sldId="281"/>
        </pc:sldMkLst>
        <pc:spChg chg="mod">
          <ac:chgData name="TUBA TAIYABA" userId="7d5f4b51c04c22c0" providerId="LiveId" clId="{0D3F6978-521B-452A-B1CD-1292BC3EB16C}" dt="2026-01-08T17:13:26.386" v="2055" actId="1076"/>
          <ac:spMkLst>
            <pc:docMk/>
            <pc:sldMk cId="1990988019" sldId="281"/>
            <ac:spMk id="2" creationId="{70B376E2-0CD6-6214-7991-4A9D7DD26023}"/>
          </ac:spMkLst>
        </pc:spChg>
        <pc:spChg chg="mod">
          <ac:chgData name="TUBA TAIYABA" userId="7d5f4b51c04c22c0" providerId="LiveId" clId="{0D3F6978-521B-452A-B1CD-1292BC3EB16C}" dt="2026-01-08T17:12:44.105" v="2052" actId="27636"/>
          <ac:spMkLst>
            <pc:docMk/>
            <pc:sldMk cId="1990988019" sldId="281"/>
            <ac:spMk id="3" creationId="{5AA58F9F-30EB-B0E7-75AC-3C0B85B57ECE}"/>
          </ac:spMkLst>
        </pc:spChg>
      </pc:sldChg>
      <pc:sldChg chg="modSp del mod">
        <pc:chgData name="TUBA TAIYABA" userId="7d5f4b51c04c22c0" providerId="LiveId" clId="{0D3F6978-521B-452A-B1CD-1292BC3EB16C}" dt="2026-01-08T17:24:18.050" v="2086" actId="2696"/>
        <pc:sldMkLst>
          <pc:docMk/>
          <pc:sldMk cId="558988886" sldId="282"/>
        </pc:sldMkLst>
        <pc:spChg chg="mod">
          <ac:chgData name="TUBA TAIYABA" userId="7d5f4b51c04c22c0" providerId="LiveId" clId="{0D3F6978-521B-452A-B1CD-1292BC3EB16C}" dt="2026-01-08T13:40:15.119" v="90"/>
          <ac:spMkLst>
            <pc:docMk/>
            <pc:sldMk cId="558988886" sldId="282"/>
            <ac:spMk id="2" creationId="{3F1BFE5B-04BC-214A-4400-5BDB32DE6FE2}"/>
          </ac:spMkLst>
        </pc:spChg>
        <pc:spChg chg="mod">
          <ac:chgData name="TUBA TAIYABA" userId="7d5f4b51c04c22c0" providerId="LiveId" clId="{0D3F6978-521B-452A-B1CD-1292BC3EB16C}" dt="2026-01-08T17:22:06.237" v="2061" actId="1076"/>
          <ac:spMkLst>
            <pc:docMk/>
            <pc:sldMk cId="558988886" sldId="282"/>
            <ac:spMk id="3" creationId="{DAA0CA6F-BDED-C75E-4883-44660754DB55}"/>
          </ac:spMkLst>
        </pc:spChg>
      </pc:sldChg>
      <pc:sldChg chg="modSp del">
        <pc:chgData name="TUBA TAIYABA" userId="7d5f4b51c04c22c0" providerId="LiveId" clId="{0D3F6978-521B-452A-B1CD-1292BC3EB16C}" dt="2026-01-08T17:28:44.981" v="2140" actId="2696"/>
        <pc:sldMkLst>
          <pc:docMk/>
          <pc:sldMk cId="57168376" sldId="283"/>
        </pc:sldMkLst>
        <pc:spChg chg="mod">
          <ac:chgData name="TUBA TAIYABA" userId="7d5f4b51c04c22c0" providerId="LiveId" clId="{0D3F6978-521B-452A-B1CD-1292BC3EB16C}" dt="2026-01-08T13:40:15.119" v="90"/>
          <ac:spMkLst>
            <pc:docMk/>
            <pc:sldMk cId="57168376" sldId="283"/>
            <ac:spMk id="2" creationId="{621B502D-1556-74A3-664B-0FEFB90DA897}"/>
          </ac:spMkLst>
        </pc:spChg>
        <pc:spChg chg="mod">
          <ac:chgData name="TUBA TAIYABA" userId="7d5f4b51c04c22c0" providerId="LiveId" clId="{0D3F6978-521B-452A-B1CD-1292BC3EB16C}" dt="2026-01-08T13:40:15.119" v="90"/>
          <ac:spMkLst>
            <pc:docMk/>
            <pc:sldMk cId="57168376" sldId="283"/>
            <ac:spMk id="3" creationId="{7388082F-7448-FEBF-F03B-C0797E082826}"/>
          </ac:spMkLst>
        </pc:spChg>
      </pc:sldChg>
      <pc:sldChg chg="modSp del">
        <pc:chgData name="TUBA TAIYABA" userId="7d5f4b51c04c22c0" providerId="LiveId" clId="{0D3F6978-521B-452A-B1CD-1292BC3EB16C}" dt="2026-01-08T17:28:53.200" v="2141" actId="2696"/>
        <pc:sldMkLst>
          <pc:docMk/>
          <pc:sldMk cId="2779954170" sldId="284"/>
        </pc:sldMkLst>
        <pc:spChg chg="mod">
          <ac:chgData name="TUBA TAIYABA" userId="7d5f4b51c04c22c0" providerId="LiveId" clId="{0D3F6978-521B-452A-B1CD-1292BC3EB16C}" dt="2026-01-08T13:40:15.119" v="90"/>
          <ac:spMkLst>
            <pc:docMk/>
            <pc:sldMk cId="2779954170" sldId="284"/>
            <ac:spMk id="2" creationId="{E9C510C0-14E5-CA72-8C89-2D180A411A30}"/>
          </ac:spMkLst>
        </pc:spChg>
      </pc:sldChg>
      <pc:sldChg chg="modSp del">
        <pc:chgData name="TUBA TAIYABA" userId="7d5f4b51c04c22c0" providerId="LiveId" clId="{0D3F6978-521B-452A-B1CD-1292BC3EB16C}" dt="2026-01-08T17:31:43.967" v="2161" actId="2696"/>
        <pc:sldMkLst>
          <pc:docMk/>
          <pc:sldMk cId="1927604085" sldId="285"/>
        </pc:sldMkLst>
        <pc:spChg chg="mod">
          <ac:chgData name="TUBA TAIYABA" userId="7d5f4b51c04c22c0" providerId="LiveId" clId="{0D3F6978-521B-452A-B1CD-1292BC3EB16C}" dt="2026-01-08T13:40:15.119" v="90"/>
          <ac:spMkLst>
            <pc:docMk/>
            <pc:sldMk cId="1927604085" sldId="285"/>
            <ac:spMk id="2" creationId="{86DBA8A2-5514-80DF-5A0E-9F56F206D96E}"/>
          </ac:spMkLst>
        </pc:spChg>
        <pc:spChg chg="mod">
          <ac:chgData name="TUBA TAIYABA" userId="7d5f4b51c04c22c0" providerId="LiveId" clId="{0D3F6978-521B-452A-B1CD-1292BC3EB16C}" dt="2026-01-08T17:29:22.194" v="2144" actId="20578"/>
          <ac:spMkLst>
            <pc:docMk/>
            <pc:sldMk cId="1927604085" sldId="285"/>
            <ac:spMk id="3" creationId="{605125EC-8333-73D3-1AE2-8B49C22ED94D}"/>
          </ac:spMkLst>
        </pc:spChg>
      </pc:sldChg>
      <pc:sldChg chg="modSp del">
        <pc:chgData name="TUBA TAIYABA" userId="7d5f4b51c04c22c0" providerId="LiveId" clId="{0D3F6978-521B-452A-B1CD-1292BC3EB16C}" dt="2026-01-08T17:31:48.755" v="2162" actId="2696"/>
        <pc:sldMkLst>
          <pc:docMk/>
          <pc:sldMk cId="3651744069" sldId="286"/>
        </pc:sldMkLst>
        <pc:spChg chg="mod">
          <ac:chgData name="TUBA TAIYABA" userId="7d5f4b51c04c22c0" providerId="LiveId" clId="{0D3F6978-521B-452A-B1CD-1292BC3EB16C}" dt="2026-01-08T13:40:15.119" v="90"/>
          <ac:spMkLst>
            <pc:docMk/>
            <pc:sldMk cId="3651744069" sldId="286"/>
            <ac:spMk id="2" creationId="{E675127B-F478-F5DE-3A99-90BDF4F36617}"/>
          </ac:spMkLst>
        </pc:spChg>
      </pc:sldChg>
      <pc:sldChg chg="modSp del">
        <pc:chgData name="TUBA TAIYABA" userId="7d5f4b51c04c22c0" providerId="LiveId" clId="{0D3F6978-521B-452A-B1CD-1292BC3EB16C}" dt="2026-01-08T17:32:02.587" v="2163" actId="2696"/>
        <pc:sldMkLst>
          <pc:docMk/>
          <pc:sldMk cId="4223041212" sldId="287"/>
        </pc:sldMkLst>
        <pc:spChg chg="mod">
          <ac:chgData name="TUBA TAIYABA" userId="7d5f4b51c04c22c0" providerId="LiveId" clId="{0D3F6978-521B-452A-B1CD-1292BC3EB16C}" dt="2026-01-08T13:40:15.119" v="90"/>
          <ac:spMkLst>
            <pc:docMk/>
            <pc:sldMk cId="4223041212" sldId="287"/>
            <ac:spMk id="2" creationId="{5D4D8CE8-04F6-6C53-8B25-121177424F12}"/>
          </ac:spMkLst>
        </pc:spChg>
      </pc:sldChg>
      <pc:sldChg chg="modSp mod">
        <pc:chgData name="TUBA TAIYABA" userId="7d5f4b51c04c22c0" providerId="LiveId" clId="{0D3F6978-521B-452A-B1CD-1292BC3EB16C}" dt="2026-01-08T17:44:09.036" v="2617"/>
        <pc:sldMkLst>
          <pc:docMk/>
          <pc:sldMk cId="263163681" sldId="288"/>
        </pc:sldMkLst>
        <pc:spChg chg="mod">
          <ac:chgData name="TUBA TAIYABA" userId="7d5f4b51c04c22c0" providerId="LiveId" clId="{0D3F6978-521B-452A-B1CD-1292BC3EB16C}" dt="2026-01-08T17:44:09.036" v="2617"/>
          <ac:spMkLst>
            <pc:docMk/>
            <pc:sldMk cId="263163681" sldId="288"/>
            <ac:spMk id="2" creationId="{041F59B2-A0F1-C38C-BEEB-736649D94A84}"/>
          </ac:spMkLst>
        </pc:spChg>
        <pc:graphicFrameChg chg="mod modGraphic">
          <ac:chgData name="TUBA TAIYABA" userId="7d5f4b51c04c22c0" providerId="LiveId" clId="{0D3F6978-521B-452A-B1CD-1292BC3EB16C}" dt="2026-01-08T17:44:09.036" v="2617"/>
          <ac:graphicFrameMkLst>
            <pc:docMk/>
            <pc:sldMk cId="263163681" sldId="288"/>
            <ac:graphicFrameMk id="4" creationId="{576EC0B2-FE54-4B04-14A3-823CFB09F5FB}"/>
          </ac:graphicFrameMkLst>
        </pc:graphicFrameChg>
      </pc:sldChg>
      <pc:sldChg chg="modSp mod">
        <pc:chgData name="TUBA TAIYABA" userId="7d5f4b51c04c22c0" providerId="LiveId" clId="{0D3F6978-521B-452A-B1CD-1292BC3EB16C}" dt="2026-01-08T17:44:09.658" v="2647" actId="27636"/>
        <pc:sldMkLst>
          <pc:docMk/>
          <pc:sldMk cId="346469563" sldId="289"/>
        </pc:sldMkLst>
        <pc:spChg chg="mod">
          <ac:chgData name="TUBA TAIYABA" userId="7d5f4b51c04c22c0" providerId="LiveId" clId="{0D3F6978-521B-452A-B1CD-1292BC3EB16C}" dt="2026-01-08T17:44:09.036" v="2617"/>
          <ac:spMkLst>
            <pc:docMk/>
            <pc:sldMk cId="346469563" sldId="289"/>
            <ac:spMk id="2" creationId="{019DA1BB-A253-6D35-969A-8882321518A2}"/>
          </ac:spMkLst>
        </pc:spChg>
        <pc:spChg chg="mod">
          <ac:chgData name="TUBA TAIYABA" userId="7d5f4b51c04c22c0" providerId="LiveId" clId="{0D3F6978-521B-452A-B1CD-1292BC3EB16C}" dt="2026-01-08T17:44:09.658" v="2647" actId="27636"/>
          <ac:spMkLst>
            <pc:docMk/>
            <pc:sldMk cId="346469563" sldId="289"/>
            <ac:spMk id="3" creationId="{A71E01E1-BA64-D402-C53D-8DAD2B85E28C}"/>
          </ac:spMkLst>
        </pc:spChg>
      </pc:sldChg>
      <pc:sldChg chg="modSp mod">
        <pc:chgData name="TUBA TAIYABA" userId="7d5f4b51c04c22c0" providerId="LiveId" clId="{0D3F6978-521B-452A-B1CD-1292BC3EB16C}" dt="2026-01-08T17:44:09.036" v="2617"/>
        <pc:sldMkLst>
          <pc:docMk/>
          <pc:sldMk cId="4072611321" sldId="290"/>
        </pc:sldMkLst>
        <pc:spChg chg="mod">
          <ac:chgData name="TUBA TAIYABA" userId="7d5f4b51c04c22c0" providerId="LiveId" clId="{0D3F6978-521B-452A-B1CD-1292BC3EB16C}" dt="2026-01-08T17:44:09.036" v="2617"/>
          <ac:spMkLst>
            <pc:docMk/>
            <pc:sldMk cId="4072611321" sldId="290"/>
            <ac:spMk id="2" creationId="{89C24FBC-D27F-B3DB-E4D2-D5BDD9C6D284}"/>
          </ac:spMkLst>
        </pc:spChg>
        <pc:spChg chg="mod">
          <ac:chgData name="TUBA TAIYABA" userId="7d5f4b51c04c22c0" providerId="LiveId" clId="{0D3F6978-521B-452A-B1CD-1292BC3EB16C}" dt="2026-01-08T17:44:09.036" v="2617"/>
          <ac:spMkLst>
            <pc:docMk/>
            <pc:sldMk cId="4072611321" sldId="290"/>
            <ac:spMk id="3" creationId="{E765BEF6-8928-5458-D8B8-A40A9044DB9A}"/>
          </ac:spMkLst>
        </pc:spChg>
      </pc:sldChg>
      <pc:sldChg chg="modSp mod">
        <pc:chgData name="TUBA TAIYABA" userId="7d5f4b51c04c22c0" providerId="LiveId" clId="{0D3F6978-521B-452A-B1CD-1292BC3EB16C}" dt="2026-01-08T17:44:09.671" v="2648" actId="27636"/>
        <pc:sldMkLst>
          <pc:docMk/>
          <pc:sldMk cId="3074387164" sldId="291"/>
        </pc:sldMkLst>
        <pc:spChg chg="mod">
          <ac:chgData name="TUBA TAIYABA" userId="7d5f4b51c04c22c0" providerId="LiveId" clId="{0D3F6978-521B-452A-B1CD-1292BC3EB16C}" dt="2026-01-08T17:44:09.671" v="2648" actId="27636"/>
          <ac:spMkLst>
            <pc:docMk/>
            <pc:sldMk cId="3074387164" sldId="291"/>
            <ac:spMk id="2" creationId="{795F725F-4456-3544-DF4C-7568AF55FB82}"/>
          </ac:spMkLst>
        </pc:spChg>
        <pc:graphicFrameChg chg="mod">
          <ac:chgData name="TUBA TAIYABA" userId="7d5f4b51c04c22c0" providerId="LiveId" clId="{0D3F6978-521B-452A-B1CD-1292BC3EB16C}" dt="2026-01-08T17:44:09.036" v="2617"/>
          <ac:graphicFrameMkLst>
            <pc:docMk/>
            <pc:sldMk cId="3074387164" sldId="291"/>
            <ac:graphicFrameMk id="4" creationId="{26E22952-15A2-3338-E097-11F91D9C89AE}"/>
          </ac:graphicFrameMkLst>
        </pc:graphicFrameChg>
      </pc:sldChg>
      <pc:sldChg chg="modSp mod">
        <pc:chgData name="TUBA TAIYABA" userId="7d5f4b51c04c22c0" providerId="LiveId" clId="{0D3F6978-521B-452A-B1CD-1292BC3EB16C}" dt="2026-01-08T17:44:09.671" v="2649" actId="27636"/>
        <pc:sldMkLst>
          <pc:docMk/>
          <pc:sldMk cId="2485952084" sldId="292"/>
        </pc:sldMkLst>
        <pc:spChg chg="mod">
          <ac:chgData name="TUBA TAIYABA" userId="7d5f4b51c04c22c0" providerId="LiveId" clId="{0D3F6978-521B-452A-B1CD-1292BC3EB16C}" dt="2026-01-08T17:44:09.671" v="2649" actId="27636"/>
          <ac:spMkLst>
            <pc:docMk/>
            <pc:sldMk cId="2485952084" sldId="292"/>
            <ac:spMk id="2" creationId="{4C94740A-EDF0-1626-4C1D-FA9FBF0BD011}"/>
          </ac:spMkLst>
        </pc:spChg>
        <pc:graphicFrameChg chg="mod">
          <ac:chgData name="TUBA TAIYABA" userId="7d5f4b51c04c22c0" providerId="LiveId" clId="{0D3F6978-521B-452A-B1CD-1292BC3EB16C}" dt="2026-01-08T17:44:09.036" v="2617"/>
          <ac:graphicFrameMkLst>
            <pc:docMk/>
            <pc:sldMk cId="2485952084" sldId="292"/>
            <ac:graphicFrameMk id="5" creationId="{8862101F-EC3B-1588-B5FE-A0EC48A97FB5}"/>
          </ac:graphicFrameMkLst>
        </pc:graphicFrameChg>
      </pc:sldChg>
      <pc:sldChg chg="modSp mod">
        <pc:chgData name="TUBA TAIYABA" userId="7d5f4b51c04c22c0" providerId="LiveId" clId="{0D3F6978-521B-452A-B1CD-1292BC3EB16C}" dt="2026-01-08T17:44:25.754" v="2690" actId="27636"/>
        <pc:sldMkLst>
          <pc:docMk/>
          <pc:sldMk cId="3296674115" sldId="293"/>
        </pc:sldMkLst>
        <pc:spChg chg="mod">
          <ac:chgData name="TUBA TAIYABA" userId="7d5f4b51c04c22c0" providerId="LiveId" clId="{0D3F6978-521B-452A-B1CD-1292BC3EB16C}" dt="2026-01-08T17:44:09.036" v="2617"/>
          <ac:spMkLst>
            <pc:docMk/>
            <pc:sldMk cId="3296674115" sldId="293"/>
            <ac:spMk id="2" creationId="{5B752C2E-6E7B-26BF-3E3B-6FC92B85852D}"/>
          </ac:spMkLst>
        </pc:spChg>
        <pc:spChg chg="mod">
          <ac:chgData name="TUBA TAIYABA" userId="7d5f4b51c04c22c0" providerId="LiveId" clId="{0D3F6978-521B-452A-B1CD-1292BC3EB16C}" dt="2026-01-08T17:44:25.754" v="2690" actId="27636"/>
          <ac:spMkLst>
            <pc:docMk/>
            <pc:sldMk cId="3296674115" sldId="293"/>
            <ac:spMk id="3" creationId="{26D8EE1B-C0ED-EF97-E963-35F11DA2EC5C}"/>
          </ac:spMkLst>
        </pc:spChg>
      </pc:sldChg>
      <pc:sldChg chg="modSp mod">
        <pc:chgData name="TUBA TAIYABA" userId="7d5f4b51c04c22c0" providerId="LiveId" clId="{0D3F6978-521B-452A-B1CD-1292BC3EB16C}" dt="2026-01-08T17:44:09.036" v="2617"/>
        <pc:sldMkLst>
          <pc:docMk/>
          <pc:sldMk cId="3902676024" sldId="294"/>
        </pc:sldMkLst>
        <pc:spChg chg="mod">
          <ac:chgData name="TUBA TAIYABA" userId="7d5f4b51c04c22c0" providerId="LiveId" clId="{0D3F6978-521B-452A-B1CD-1292BC3EB16C}" dt="2026-01-08T17:44:09.036" v="2617"/>
          <ac:spMkLst>
            <pc:docMk/>
            <pc:sldMk cId="3902676024" sldId="294"/>
            <ac:spMk id="3" creationId="{90799291-0DEE-D87B-A960-D0DA3146E79D}"/>
          </ac:spMkLst>
        </pc:spChg>
      </pc:sldChg>
      <pc:sldChg chg="modSp mod">
        <pc:chgData name="TUBA TAIYABA" userId="7d5f4b51c04c22c0" providerId="LiveId" clId="{0D3F6978-521B-452A-B1CD-1292BC3EB16C}" dt="2026-01-08T17:44:25.776" v="2691" actId="27636"/>
        <pc:sldMkLst>
          <pc:docMk/>
          <pc:sldMk cId="2990649270" sldId="295"/>
        </pc:sldMkLst>
        <pc:spChg chg="mod">
          <ac:chgData name="TUBA TAIYABA" userId="7d5f4b51c04c22c0" providerId="LiveId" clId="{0D3F6978-521B-452A-B1CD-1292BC3EB16C}" dt="2026-01-08T17:44:25.776" v="2691" actId="27636"/>
          <ac:spMkLst>
            <pc:docMk/>
            <pc:sldMk cId="2990649270" sldId="295"/>
            <ac:spMk id="3" creationId="{0BC209B4-583B-974C-3533-EF4614D68079}"/>
          </ac:spMkLst>
        </pc:spChg>
      </pc:sldChg>
      <pc:sldChg chg="modSp mod">
        <pc:chgData name="TUBA TAIYABA" userId="7d5f4b51c04c22c0" providerId="LiveId" clId="{0D3F6978-521B-452A-B1CD-1292BC3EB16C}" dt="2026-01-08T17:44:09.703" v="2651" actId="27636"/>
        <pc:sldMkLst>
          <pc:docMk/>
          <pc:sldMk cId="104101353" sldId="296"/>
        </pc:sldMkLst>
        <pc:spChg chg="mod">
          <ac:chgData name="TUBA TAIYABA" userId="7d5f4b51c04c22c0" providerId="LiveId" clId="{0D3F6978-521B-452A-B1CD-1292BC3EB16C}" dt="2026-01-08T17:44:09.036" v="2617"/>
          <ac:spMkLst>
            <pc:docMk/>
            <pc:sldMk cId="104101353" sldId="296"/>
            <ac:spMk id="2" creationId="{1C59AC78-E65C-9D30-A6CB-1C21C7F8F0A1}"/>
          </ac:spMkLst>
        </pc:spChg>
        <pc:spChg chg="mod">
          <ac:chgData name="TUBA TAIYABA" userId="7d5f4b51c04c22c0" providerId="LiveId" clId="{0D3F6978-521B-452A-B1CD-1292BC3EB16C}" dt="2026-01-08T17:44:09.703" v="2651" actId="27636"/>
          <ac:spMkLst>
            <pc:docMk/>
            <pc:sldMk cId="104101353" sldId="296"/>
            <ac:spMk id="3" creationId="{A0D1DCEA-6F43-B87E-C074-39F208985D22}"/>
          </ac:spMkLst>
        </pc:spChg>
      </pc:sldChg>
      <pc:sldChg chg="modSp">
        <pc:chgData name="TUBA TAIYABA" userId="7d5f4b51c04c22c0" providerId="LiveId" clId="{0D3F6978-521B-452A-B1CD-1292BC3EB16C}" dt="2026-01-08T17:44:27.649" v="2699"/>
        <pc:sldMkLst>
          <pc:docMk/>
          <pc:sldMk cId="1910250050" sldId="297"/>
        </pc:sldMkLst>
        <pc:spChg chg="mod">
          <ac:chgData name="TUBA TAIYABA" userId="7d5f4b51c04c22c0" providerId="LiveId" clId="{0D3F6978-521B-452A-B1CD-1292BC3EB16C}" dt="2026-01-08T17:44:27.649" v="2699"/>
          <ac:spMkLst>
            <pc:docMk/>
            <pc:sldMk cId="1910250050" sldId="297"/>
            <ac:spMk id="2" creationId="{BA7A2A85-F287-329C-4B1F-B7818AB76E0B}"/>
          </ac:spMkLst>
        </pc:spChg>
        <pc:spChg chg="mod">
          <ac:chgData name="TUBA TAIYABA" userId="7d5f4b51c04c22c0" providerId="LiveId" clId="{0D3F6978-521B-452A-B1CD-1292BC3EB16C}" dt="2026-01-08T17:44:09.036" v="2617"/>
          <ac:spMkLst>
            <pc:docMk/>
            <pc:sldMk cId="1910250050" sldId="297"/>
            <ac:spMk id="4" creationId="{A5583293-FAD0-0CCF-D084-2B78F6B2A4EB}"/>
          </ac:spMkLst>
        </pc:spChg>
      </pc:sldChg>
      <pc:sldChg chg="modSp mod">
        <pc:chgData name="TUBA TAIYABA" userId="7d5f4b51c04c22c0" providerId="LiveId" clId="{0D3F6978-521B-452A-B1CD-1292BC3EB16C}" dt="2026-01-08T17:44:09.036" v="2617"/>
        <pc:sldMkLst>
          <pc:docMk/>
          <pc:sldMk cId="1769169002" sldId="298"/>
        </pc:sldMkLst>
        <pc:spChg chg="mod">
          <ac:chgData name="TUBA TAIYABA" userId="7d5f4b51c04c22c0" providerId="LiveId" clId="{0D3F6978-521B-452A-B1CD-1292BC3EB16C}" dt="2026-01-08T17:44:09.036" v="2617"/>
          <ac:spMkLst>
            <pc:docMk/>
            <pc:sldMk cId="1769169002" sldId="298"/>
            <ac:spMk id="2" creationId="{658BB2D9-E3F7-532E-ABC8-73358B577A57}"/>
          </ac:spMkLst>
        </pc:spChg>
        <pc:spChg chg="mod">
          <ac:chgData name="TUBA TAIYABA" userId="7d5f4b51c04c22c0" providerId="LiveId" clId="{0D3F6978-521B-452A-B1CD-1292BC3EB16C}" dt="2026-01-08T17:44:09.036" v="2617"/>
          <ac:spMkLst>
            <pc:docMk/>
            <pc:sldMk cId="1769169002" sldId="298"/>
            <ac:spMk id="3" creationId="{22215A59-2432-E1EF-AB0C-C12CA5F2DD75}"/>
          </ac:spMkLst>
        </pc:spChg>
      </pc:sldChg>
      <pc:sldChg chg="modSp mod">
        <pc:chgData name="TUBA TAIYABA" userId="7d5f4b51c04c22c0" providerId="LiveId" clId="{0D3F6978-521B-452A-B1CD-1292BC3EB16C}" dt="2026-01-08T17:44:09.726" v="2652" actId="27636"/>
        <pc:sldMkLst>
          <pc:docMk/>
          <pc:sldMk cId="1509918317" sldId="299"/>
        </pc:sldMkLst>
        <pc:spChg chg="mod">
          <ac:chgData name="TUBA TAIYABA" userId="7d5f4b51c04c22c0" providerId="LiveId" clId="{0D3F6978-521B-452A-B1CD-1292BC3EB16C}" dt="2026-01-08T17:44:09.036" v="2617"/>
          <ac:spMkLst>
            <pc:docMk/>
            <pc:sldMk cId="1509918317" sldId="299"/>
            <ac:spMk id="2" creationId="{46779AD5-545B-9CC8-445B-21CE23D4DA43}"/>
          </ac:spMkLst>
        </pc:spChg>
        <pc:spChg chg="mod">
          <ac:chgData name="TUBA TAIYABA" userId="7d5f4b51c04c22c0" providerId="LiveId" clId="{0D3F6978-521B-452A-B1CD-1292BC3EB16C}" dt="2026-01-08T17:44:09.726" v="2652" actId="27636"/>
          <ac:spMkLst>
            <pc:docMk/>
            <pc:sldMk cId="1509918317" sldId="299"/>
            <ac:spMk id="3" creationId="{7E08FB11-B5C9-A2BA-7A9B-CEAB23DE5658}"/>
          </ac:spMkLst>
        </pc:spChg>
      </pc:sldChg>
      <pc:sldChg chg="modSp mod">
        <pc:chgData name="TUBA TAIYABA" userId="7d5f4b51c04c22c0" providerId="LiveId" clId="{0D3F6978-521B-452A-B1CD-1292BC3EB16C}" dt="2026-01-08T17:44:25.806" v="2692" actId="27636"/>
        <pc:sldMkLst>
          <pc:docMk/>
          <pc:sldMk cId="2340984489" sldId="300"/>
        </pc:sldMkLst>
        <pc:spChg chg="mod">
          <ac:chgData name="TUBA TAIYABA" userId="7d5f4b51c04c22c0" providerId="LiveId" clId="{0D3F6978-521B-452A-B1CD-1292BC3EB16C}" dt="2026-01-08T17:44:09.036" v="2617"/>
          <ac:spMkLst>
            <pc:docMk/>
            <pc:sldMk cId="2340984489" sldId="300"/>
            <ac:spMk id="2" creationId="{582EB34F-4415-AC38-8F2F-AB00B81AF20A}"/>
          </ac:spMkLst>
        </pc:spChg>
        <pc:spChg chg="mod">
          <ac:chgData name="TUBA TAIYABA" userId="7d5f4b51c04c22c0" providerId="LiveId" clId="{0D3F6978-521B-452A-B1CD-1292BC3EB16C}" dt="2026-01-08T17:44:25.806" v="2692" actId="27636"/>
          <ac:spMkLst>
            <pc:docMk/>
            <pc:sldMk cId="2340984489" sldId="300"/>
            <ac:spMk id="3" creationId="{E68A82FC-8DF6-4F28-78E8-3D999B24C911}"/>
          </ac:spMkLst>
        </pc:spChg>
      </pc:sldChg>
      <pc:sldChg chg="modSp mod">
        <pc:chgData name="TUBA TAIYABA" userId="7d5f4b51c04c22c0" providerId="LiveId" clId="{0D3F6978-521B-452A-B1CD-1292BC3EB16C}" dt="2026-01-08T17:44:09.757" v="2654" actId="27636"/>
        <pc:sldMkLst>
          <pc:docMk/>
          <pc:sldMk cId="797114515" sldId="301"/>
        </pc:sldMkLst>
        <pc:spChg chg="mod">
          <ac:chgData name="TUBA TAIYABA" userId="7d5f4b51c04c22c0" providerId="LiveId" clId="{0D3F6978-521B-452A-B1CD-1292BC3EB16C}" dt="2026-01-08T17:44:09.036" v="2617"/>
          <ac:spMkLst>
            <pc:docMk/>
            <pc:sldMk cId="797114515" sldId="301"/>
            <ac:spMk id="2" creationId="{70E2D09A-5094-215A-42E6-5EA52FBC7ED6}"/>
          </ac:spMkLst>
        </pc:spChg>
        <pc:spChg chg="mod">
          <ac:chgData name="TUBA TAIYABA" userId="7d5f4b51c04c22c0" providerId="LiveId" clId="{0D3F6978-521B-452A-B1CD-1292BC3EB16C}" dt="2026-01-08T17:44:09.757" v="2654" actId="27636"/>
          <ac:spMkLst>
            <pc:docMk/>
            <pc:sldMk cId="797114515" sldId="301"/>
            <ac:spMk id="3" creationId="{C21FC707-7E44-82D7-0023-0205A884DD04}"/>
          </ac:spMkLst>
        </pc:spChg>
      </pc:sldChg>
      <pc:sldChg chg="modSp mod">
        <pc:chgData name="TUBA TAIYABA" userId="7d5f4b51c04c22c0" providerId="LiveId" clId="{0D3F6978-521B-452A-B1CD-1292BC3EB16C}" dt="2026-01-08T17:44:25.823" v="2693" actId="27636"/>
        <pc:sldMkLst>
          <pc:docMk/>
          <pc:sldMk cId="877873624" sldId="302"/>
        </pc:sldMkLst>
        <pc:spChg chg="mod">
          <ac:chgData name="TUBA TAIYABA" userId="7d5f4b51c04c22c0" providerId="LiveId" clId="{0D3F6978-521B-452A-B1CD-1292BC3EB16C}" dt="2026-01-08T17:44:09.036" v="2617"/>
          <ac:spMkLst>
            <pc:docMk/>
            <pc:sldMk cId="877873624" sldId="302"/>
            <ac:spMk id="2" creationId="{6180D450-5ADB-064B-E284-093F058F2523}"/>
          </ac:spMkLst>
        </pc:spChg>
        <pc:spChg chg="mod">
          <ac:chgData name="TUBA TAIYABA" userId="7d5f4b51c04c22c0" providerId="LiveId" clId="{0D3F6978-521B-452A-B1CD-1292BC3EB16C}" dt="2026-01-08T17:44:25.823" v="2693" actId="27636"/>
          <ac:spMkLst>
            <pc:docMk/>
            <pc:sldMk cId="877873624" sldId="302"/>
            <ac:spMk id="3" creationId="{F59F50A3-C163-42EF-3031-440F5768EC23}"/>
          </ac:spMkLst>
        </pc:spChg>
      </pc:sldChg>
      <pc:sldChg chg="modSp del mod">
        <pc:chgData name="TUBA TAIYABA" userId="7d5f4b51c04c22c0" providerId="LiveId" clId="{0D3F6978-521B-452A-B1CD-1292BC3EB16C}" dt="2026-01-08T17:38:52.012" v="2258" actId="2696"/>
        <pc:sldMkLst>
          <pc:docMk/>
          <pc:sldMk cId="638360182" sldId="303"/>
        </pc:sldMkLst>
        <pc:spChg chg="mod">
          <ac:chgData name="TUBA TAIYABA" userId="7d5f4b51c04c22c0" providerId="LiveId" clId="{0D3F6978-521B-452A-B1CD-1292BC3EB16C}" dt="2026-01-07T14:32:43.258" v="43" actId="27636"/>
          <ac:spMkLst>
            <pc:docMk/>
            <pc:sldMk cId="638360182" sldId="303"/>
            <ac:spMk id="3" creationId="{B5EC74DC-A33A-C31C-4928-45781056B32E}"/>
          </ac:spMkLst>
        </pc:spChg>
      </pc:sldChg>
      <pc:sldChg chg="modSp del mod">
        <pc:chgData name="TUBA TAIYABA" userId="7d5f4b51c04c22c0" providerId="LiveId" clId="{0D3F6978-521B-452A-B1CD-1292BC3EB16C}" dt="2026-01-08T17:38:56.744" v="2259" actId="2696"/>
        <pc:sldMkLst>
          <pc:docMk/>
          <pc:sldMk cId="2547106386" sldId="304"/>
        </pc:sldMkLst>
        <pc:spChg chg="mod">
          <ac:chgData name="TUBA TAIYABA" userId="7d5f4b51c04c22c0" providerId="LiveId" clId="{0D3F6978-521B-452A-B1CD-1292BC3EB16C}" dt="2026-01-07T14:32:43.258" v="44" actId="27636"/>
          <ac:spMkLst>
            <pc:docMk/>
            <pc:sldMk cId="2547106386" sldId="304"/>
            <ac:spMk id="3" creationId="{96C5B461-18F2-E09A-35B0-EF612663F84D}"/>
          </ac:spMkLst>
        </pc:spChg>
      </pc:sldChg>
      <pc:sldChg chg="modSp del mod">
        <pc:chgData name="TUBA TAIYABA" userId="7d5f4b51c04c22c0" providerId="LiveId" clId="{0D3F6978-521B-452A-B1CD-1292BC3EB16C}" dt="2026-01-08T17:39:01.127" v="2260" actId="2696"/>
        <pc:sldMkLst>
          <pc:docMk/>
          <pc:sldMk cId="3058065249" sldId="305"/>
        </pc:sldMkLst>
        <pc:spChg chg="mod">
          <ac:chgData name="TUBA TAIYABA" userId="7d5f4b51c04c22c0" providerId="LiveId" clId="{0D3F6978-521B-452A-B1CD-1292BC3EB16C}" dt="2026-01-07T14:32:43.258" v="45" actId="27636"/>
          <ac:spMkLst>
            <pc:docMk/>
            <pc:sldMk cId="3058065249" sldId="305"/>
            <ac:spMk id="3" creationId="{6027D4F6-B1F1-C824-45F6-35D1E1E747A1}"/>
          </ac:spMkLst>
        </pc:spChg>
      </pc:sldChg>
      <pc:sldChg chg="modSp mod">
        <pc:chgData name="TUBA TAIYABA" userId="7d5f4b51c04c22c0" providerId="LiveId" clId="{0D3F6978-521B-452A-B1CD-1292BC3EB16C}" dt="2026-01-08T17:44:09.808" v="2656" actId="27636"/>
        <pc:sldMkLst>
          <pc:docMk/>
          <pc:sldMk cId="1022920570" sldId="306"/>
        </pc:sldMkLst>
        <pc:spChg chg="mod">
          <ac:chgData name="TUBA TAIYABA" userId="7d5f4b51c04c22c0" providerId="LiveId" clId="{0D3F6978-521B-452A-B1CD-1292BC3EB16C}" dt="2026-01-08T17:44:09.036" v="2617"/>
          <ac:spMkLst>
            <pc:docMk/>
            <pc:sldMk cId="1022920570" sldId="306"/>
            <ac:spMk id="2" creationId="{8C83356D-C1E6-7658-6A75-F42E63823C80}"/>
          </ac:spMkLst>
        </pc:spChg>
        <pc:spChg chg="mod">
          <ac:chgData name="TUBA TAIYABA" userId="7d5f4b51c04c22c0" providerId="LiveId" clId="{0D3F6978-521B-452A-B1CD-1292BC3EB16C}" dt="2026-01-08T17:44:09.808" v="2656" actId="27636"/>
          <ac:spMkLst>
            <pc:docMk/>
            <pc:sldMk cId="1022920570" sldId="306"/>
            <ac:spMk id="3" creationId="{9EE5BD9D-2CC7-8DC0-6C3D-D003E8CECDB5}"/>
          </ac:spMkLst>
        </pc:spChg>
      </pc:sldChg>
      <pc:sldChg chg="modSp mod">
        <pc:chgData name="TUBA TAIYABA" userId="7d5f4b51c04c22c0" providerId="LiveId" clId="{0D3F6978-521B-452A-B1CD-1292BC3EB16C}" dt="2026-01-08T17:44:09.828" v="2657" actId="27636"/>
        <pc:sldMkLst>
          <pc:docMk/>
          <pc:sldMk cId="3291104103" sldId="307"/>
        </pc:sldMkLst>
        <pc:spChg chg="mod">
          <ac:chgData name="TUBA TAIYABA" userId="7d5f4b51c04c22c0" providerId="LiveId" clId="{0D3F6978-521B-452A-B1CD-1292BC3EB16C}" dt="2026-01-08T17:44:09.036" v="2617"/>
          <ac:spMkLst>
            <pc:docMk/>
            <pc:sldMk cId="3291104103" sldId="307"/>
            <ac:spMk id="2" creationId="{B1E74510-A60D-4448-9910-AB11640F25D8}"/>
          </ac:spMkLst>
        </pc:spChg>
        <pc:spChg chg="mod">
          <ac:chgData name="TUBA TAIYABA" userId="7d5f4b51c04c22c0" providerId="LiveId" clId="{0D3F6978-521B-452A-B1CD-1292BC3EB16C}" dt="2026-01-08T17:44:09.828" v="2657" actId="27636"/>
          <ac:spMkLst>
            <pc:docMk/>
            <pc:sldMk cId="3291104103" sldId="307"/>
            <ac:spMk id="3" creationId="{988A5603-64F6-9497-AEBC-94881DE8C9AE}"/>
          </ac:spMkLst>
        </pc:spChg>
      </pc:sldChg>
      <pc:sldChg chg="modSp mod">
        <pc:chgData name="TUBA TAIYABA" userId="7d5f4b51c04c22c0" providerId="LiveId" clId="{0D3F6978-521B-452A-B1CD-1292BC3EB16C}" dt="2026-01-08T17:44:09.036" v="2617"/>
        <pc:sldMkLst>
          <pc:docMk/>
          <pc:sldMk cId="3093750973" sldId="308"/>
        </pc:sldMkLst>
        <pc:spChg chg="mod">
          <ac:chgData name="TUBA TAIYABA" userId="7d5f4b51c04c22c0" providerId="LiveId" clId="{0D3F6978-521B-452A-B1CD-1292BC3EB16C}" dt="2026-01-08T17:44:09.036" v="2617"/>
          <ac:spMkLst>
            <pc:docMk/>
            <pc:sldMk cId="3093750973" sldId="308"/>
            <ac:spMk id="2" creationId="{7DC2B33F-6687-E083-F894-95D6FEF187F5}"/>
          </ac:spMkLst>
        </pc:spChg>
        <pc:spChg chg="mod">
          <ac:chgData name="TUBA TAIYABA" userId="7d5f4b51c04c22c0" providerId="LiveId" clId="{0D3F6978-521B-452A-B1CD-1292BC3EB16C}" dt="2026-01-08T17:44:09.036" v="2617"/>
          <ac:spMkLst>
            <pc:docMk/>
            <pc:sldMk cId="3093750973" sldId="308"/>
            <ac:spMk id="3" creationId="{CF3DDF58-E139-EE5E-FF5A-8D92CA45852D}"/>
          </ac:spMkLst>
        </pc:spChg>
        <pc:picChg chg="mod">
          <ac:chgData name="TUBA TAIYABA" userId="7d5f4b51c04c22c0" providerId="LiveId" clId="{0D3F6978-521B-452A-B1CD-1292BC3EB16C}" dt="2026-01-08T17:44:09.036" v="2617"/>
          <ac:picMkLst>
            <pc:docMk/>
            <pc:sldMk cId="3093750973" sldId="308"/>
            <ac:picMk id="1026" creationId="{63BD8EAF-07E6-64F3-1652-FE3550B7C592}"/>
          </ac:picMkLst>
        </pc:picChg>
      </pc:sldChg>
      <pc:sldChg chg="modSp">
        <pc:chgData name="TUBA TAIYABA" userId="7d5f4b51c04c22c0" providerId="LiveId" clId="{0D3F6978-521B-452A-B1CD-1292BC3EB16C}" dt="2026-01-08T17:44:09.036" v="2617"/>
        <pc:sldMkLst>
          <pc:docMk/>
          <pc:sldMk cId="877864151" sldId="309"/>
        </pc:sldMkLst>
        <pc:spChg chg="mod">
          <ac:chgData name="TUBA TAIYABA" userId="7d5f4b51c04c22c0" providerId="LiveId" clId="{0D3F6978-521B-452A-B1CD-1292BC3EB16C}" dt="2026-01-08T17:44:09.036" v="2617"/>
          <ac:spMkLst>
            <pc:docMk/>
            <pc:sldMk cId="877864151" sldId="309"/>
            <ac:spMk id="2" creationId="{435469C4-A7B5-0F23-15EF-93A38F8732B1}"/>
          </ac:spMkLst>
        </pc:spChg>
        <pc:spChg chg="mod">
          <ac:chgData name="TUBA TAIYABA" userId="7d5f4b51c04c22c0" providerId="LiveId" clId="{0D3F6978-521B-452A-B1CD-1292BC3EB16C}" dt="2026-01-08T17:44:09.036" v="2617"/>
          <ac:spMkLst>
            <pc:docMk/>
            <pc:sldMk cId="877864151" sldId="309"/>
            <ac:spMk id="3" creationId="{F6164F5C-AE75-6E78-B3AB-709079904317}"/>
          </ac:spMkLst>
        </pc:spChg>
      </pc:sldChg>
      <pc:sldChg chg="modSp mod">
        <pc:chgData name="TUBA TAIYABA" userId="7d5f4b51c04c22c0" providerId="LiveId" clId="{0D3F6978-521B-452A-B1CD-1292BC3EB16C}" dt="2026-01-08T17:44:09.849" v="2658" actId="27636"/>
        <pc:sldMkLst>
          <pc:docMk/>
          <pc:sldMk cId="4174516158" sldId="310"/>
        </pc:sldMkLst>
        <pc:spChg chg="mod">
          <ac:chgData name="TUBA TAIYABA" userId="7d5f4b51c04c22c0" providerId="LiveId" clId="{0D3F6978-521B-452A-B1CD-1292BC3EB16C}" dt="2026-01-08T17:44:09.036" v="2617"/>
          <ac:spMkLst>
            <pc:docMk/>
            <pc:sldMk cId="4174516158" sldId="310"/>
            <ac:spMk id="2" creationId="{DF140D23-0B5D-6841-F02D-CE63E9398F22}"/>
          </ac:spMkLst>
        </pc:spChg>
        <pc:spChg chg="mod">
          <ac:chgData name="TUBA TAIYABA" userId="7d5f4b51c04c22c0" providerId="LiveId" clId="{0D3F6978-521B-452A-B1CD-1292BC3EB16C}" dt="2026-01-08T17:44:09.849" v="2658" actId="27636"/>
          <ac:spMkLst>
            <pc:docMk/>
            <pc:sldMk cId="4174516158" sldId="310"/>
            <ac:spMk id="3" creationId="{F2076E3C-D573-1683-34BC-9FD8156359A6}"/>
          </ac:spMkLst>
        </pc:spChg>
      </pc:sldChg>
      <pc:sldChg chg="modSp mod">
        <pc:chgData name="TUBA TAIYABA" userId="7d5f4b51c04c22c0" providerId="LiveId" clId="{0D3F6978-521B-452A-B1CD-1292BC3EB16C}" dt="2026-01-08T17:44:09.868" v="2659" actId="27636"/>
        <pc:sldMkLst>
          <pc:docMk/>
          <pc:sldMk cId="1036836440" sldId="311"/>
        </pc:sldMkLst>
        <pc:spChg chg="mod">
          <ac:chgData name="TUBA TAIYABA" userId="7d5f4b51c04c22c0" providerId="LiveId" clId="{0D3F6978-521B-452A-B1CD-1292BC3EB16C}" dt="2026-01-08T17:44:09.868" v="2659" actId="27636"/>
          <ac:spMkLst>
            <pc:docMk/>
            <pc:sldMk cId="1036836440" sldId="311"/>
            <ac:spMk id="3" creationId="{5D97A250-B59E-6FA4-D32A-A6E19E8B4D16}"/>
          </ac:spMkLst>
        </pc:spChg>
      </pc:sldChg>
      <pc:sldChg chg="modSp mod">
        <pc:chgData name="TUBA TAIYABA" userId="7d5f4b51c04c22c0" providerId="LiveId" clId="{0D3F6978-521B-452A-B1CD-1292BC3EB16C}" dt="2026-01-08T17:44:25.843" v="2694" actId="27636"/>
        <pc:sldMkLst>
          <pc:docMk/>
          <pc:sldMk cId="4197130052" sldId="312"/>
        </pc:sldMkLst>
        <pc:spChg chg="mod">
          <ac:chgData name="TUBA TAIYABA" userId="7d5f4b51c04c22c0" providerId="LiveId" clId="{0D3F6978-521B-452A-B1CD-1292BC3EB16C}" dt="2026-01-08T17:44:25.843" v="2694" actId="27636"/>
          <ac:spMkLst>
            <pc:docMk/>
            <pc:sldMk cId="4197130052" sldId="312"/>
            <ac:spMk id="2" creationId="{B079349A-7492-4DC7-B144-2B34111C4C04}"/>
          </ac:spMkLst>
        </pc:spChg>
        <pc:spChg chg="mod">
          <ac:chgData name="TUBA TAIYABA" userId="7d5f4b51c04c22c0" providerId="LiveId" clId="{0D3F6978-521B-452A-B1CD-1292BC3EB16C}" dt="2026-01-08T17:44:09.036" v="2617"/>
          <ac:spMkLst>
            <pc:docMk/>
            <pc:sldMk cId="4197130052" sldId="312"/>
            <ac:spMk id="4" creationId="{C9A13540-9049-9DFF-8321-6AD05A1C00D6}"/>
          </ac:spMkLst>
        </pc:spChg>
      </pc:sldChg>
      <pc:sldChg chg="modSp mod">
        <pc:chgData name="TUBA TAIYABA" userId="7d5f4b51c04c22c0" providerId="LiveId" clId="{0D3F6978-521B-452A-B1CD-1292BC3EB16C}" dt="2026-01-08T17:44:09.036" v="2617"/>
        <pc:sldMkLst>
          <pc:docMk/>
          <pc:sldMk cId="481368498" sldId="313"/>
        </pc:sldMkLst>
        <pc:spChg chg="mod">
          <ac:chgData name="TUBA TAIYABA" userId="7d5f4b51c04c22c0" providerId="LiveId" clId="{0D3F6978-521B-452A-B1CD-1292BC3EB16C}" dt="2026-01-08T17:44:09.036" v="2617"/>
          <ac:spMkLst>
            <pc:docMk/>
            <pc:sldMk cId="481368498" sldId="313"/>
            <ac:spMk id="2" creationId="{0997645D-2C4D-E00B-D35D-49E0C83A122D}"/>
          </ac:spMkLst>
        </pc:spChg>
        <pc:spChg chg="mod">
          <ac:chgData name="TUBA TAIYABA" userId="7d5f4b51c04c22c0" providerId="LiveId" clId="{0D3F6978-521B-452A-B1CD-1292BC3EB16C}" dt="2026-01-08T17:44:09.036" v="2617"/>
          <ac:spMkLst>
            <pc:docMk/>
            <pc:sldMk cId="481368498" sldId="313"/>
            <ac:spMk id="3" creationId="{83FE09F6-31E9-7FB4-F15F-AB1EDBC2A31E}"/>
          </ac:spMkLst>
        </pc:spChg>
      </pc:sldChg>
      <pc:sldChg chg="modSp mod">
        <pc:chgData name="TUBA TAIYABA" userId="7d5f4b51c04c22c0" providerId="LiveId" clId="{0D3F6978-521B-452A-B1CD-1292BC3EB16C}" dt="2026-01-08T17:44:09.896" v="2661" actId="27636"/>
        <pc:sldMkLst>
          <pc:docMk/>
          <pc:sldMk cId="1194137205" sldId="314"/>
        </pc:sldMkLst>
        <pc:spChg chg="mod">
          <ac:chgData name="TUBA TAIYABA" userId="7d5f4b51c04c22c0" providerId="LiveId" clId="{0D3F6978-521B-452A-B1CD-1292BC3EB16C}" dt="2026-01-08T17:44:09.036" v="2617"/>
          <ac:spMkLst>
            <pc:docMk/>
            <pc:sldMk cId="1194137205" sldId="314"/>
            <ac:spMk id="2" creationId="{1FECC2DA-B47C-8977-4414-9F016C637BFD}"/>
          </ac:spMkLst>
        </pc:spChg>
        <pc:spChg chg="mod">
          <ac:chgData name="TUBA TAIYABA" userId="7d5f4b51c04c22c0" providerId="LiveId" clId="{0D3F6978-521B-452A-B1CD-1292BC3EB16C}" dt="2026-01-08T17:44:09.896" v="2661" actId="27636"/>
          <ac:spMkLst>
            <pc:docMk/>
            <pc:sldMk cId="1194137205" sldId="314"/>
            <ac:spMk id="3" creationId="{81F114BA-E1A1-B96D-D5E2-5EEB610A22E4}"/>
          </ac:spMkLst>
        </pc:spChg>
      </pc:sldChg>
      <pc:sldChg chg="modSp mod">
        <pc:chgData name="TUBA TAIYABA" userId="7d5f4b51c04c22c0" providerId="LiveId" clId="{0D3F6978-521B-452A-B1CD-1292BC3EB16C}" dt="2026-01-08T17:44:09.036" v="2617"/>
        <pc:sldMkLst>
          <pc:docMk/>
          <pc:sldMk cId="4051189036" sldId="315"/>
        </pc:sldMkLst>
        <pc:spChg chg="mod">
          <ac:chgData name="TUBA TAIYABA" userId="7d5f4b51c04c22c0" providerId="LiveId" clId="{0D3F6978-521B-452A-B1CD-1292BC3EB16C}" dt="2026-01-08T17:44:09.036" v="2617"/>
          <ac:spMkLst>
            <pc:docMk/>
            <pc:sldMk cId="4051189036" sldId="315"/>
            <ac:spMk id="2" creationId="{D0F1F65D-327D-2A24-C659-E4118FF6883B}"/>
          </ac:spMkLst>
        </pc:spChg>
        <pc:spChg chg="mod">
          <ac:chgData name="TUBA TAIYABA" userId="7d5f4b51c04c22c0" providerId="LiveId" clId="{0D3F6978-521B-452A-B1CD-1292BC3EB16C}" dt="2026-01-08T17:44:09.036" v="2617"/>
          <ac:spMkLst>
            <pc:docMk/>
            <pc:sldMk cId="4051189036" sldId="315"/>
            <ac:spMk id="3" creationId="{FC9B9FBC-1918-03A2-1C1C-6684AA9EE959}"/>
          </ac:spMkLst>
        </pc:spChg>
      </pc:sldChg>
      <pc:sldChg chg="modSp">
        <pc:chgData name="TUBA TAIYABA" userId="7d5f4b51c04c22c0" providerId="LiveId" clId="{0D3F6978-521B-452A-B1CD-1292BC3EB16C}" dt="2026-01-08T17:44:09.036" v="2617"/>
        <pc:sldMkLst>
          <pc:docMk/>
          <pc:sldMk cId="1474465675" sldId="316"/>
        </pc:sldMkLst>
        <pc:spChg chg="mod">
          <ac:chgData name="TUBA TAIYABA" userId="7d5f4b51c04c22c0" providerId="LiveId" clId="{0D3F6978-521B-452A-B1CD-1292BC3EB16C}" dt="2026-01-08T17:44:09.036" v="2617"/>
          <ac:spMkLst>
            <pc:docMk/>
            <pc:sldMk cId="1474465675" sldId="316"/>
            <ac:spMk id="3" creationId="{AC1746B5-776D-78A1-2292-1BEFFF6940C0}"/>
          </ac:spMkLst>
        </pc:spChg>
      </pc:sldChg>
      <pc:sldChg chg="modSp mod">
        <pc:chgData name="TUBA TAIYABA" userId="7d5f4b51c04c22c0" providerId="LiveId" clId="{0D3F6978-521B-452A-B1CD-1292BC3EB16C}" dt="2026-01-08T17:44:09.036" v="2617"/>
        <pc:sldMkLst>
          <pc:docMk/>
          <pc:sldMk cId="3131028577" sldId="317"/>
        </pc:sldMkLst>
        <pc:spChg chg="mod">
          <ac:chgData name="TUBA TAIYABA" userId="7d5f4b51c04c22c0" providerId="LiveId" clId="{0D3F6978-521B-452A-B1CD-1292BC3EB16C}" dt="2026-01-08T17:44:09.036" v="2617"/>
          <ac:spMkLst>
            <pc:docMk/>
            <pc:sldMk cId="3131028577" sldId="317"/>
            <ac:spMk id="3" creationId="{59EF1E72-4B72-650F-0AA6-FBC3E84EA953}"/>
          </ac:spMkLst>
        </pc:spChg>
      </pc:sldChg>
      <pc:sldChg chg="modSp mod">
        <pc:chgData name="TUBA TAIYABA" userId="7d5f4b51c04c22c0" providerId="LiveId" clId="{0D3F6978-521B-452A-B1CD-1292BC3EB16C}" dt="2026-01-08T17:44:25.878" v="2695" actId="27636"/>
        <pc:sldMkLst>
          <pc:docMk/>
          <pc:sldMk cId="2464362342" sldId="318"/>
        </pc:sldMkLst>
        <pc:spChg chg="mod">
          <ac:chgData name="TUBA TAIYABA" userId="7d5f4b51c04c22c0" providerId="LiveId" clId="{0D3F6978-521B-452A-B1CD-1292BC3EB16C}" dt="2026-01-08T17:44:25.878" v="2695" actId="27636"/>
          <ac:spMkLst>
            <pc:docMk/>
            <pc:sldMk cId="2464362342" sldId="318"/>
            <ac:spMk id="3" creationId="{DD6267FC-0025-147C-13DD-D399A85F7582}"/>
          </ac:spMkLst>
        </pc:spChg>
      </pc:sldChg>
      <pc:sldChg chg="modSp mod">
        <pc:chgData name="TUBA TAIYABA" userId="7d5f4b51c04c22c0" providerId="LiveId" clId="{0D3F6978-521B-452A-B1CD-1292BC3EB16C}" dt="2026-01-08T17:44:09.036" v="2617"/>
        <pc:sldMkLst>
          <pc:docMk/>
          <pc:sldMk cId="1156729627" sldId="319"/>
        </pc:sldMkLst>
        <pc:spChg chg="mod">
          <ac:chgData name="TUBA TAIYABA" userId="7d5f4b51c04c22c0" providerId="LiveId" clId="{0D3F6978-521B-452A-B1CD-1292BC3EB16C}" dt="2026-01-08T17:44:09.036" v="2617"/>
          <ac:spMkLst>
            <pc:docMk/>
            <pc:sldMk cId="1156729627" sldId="319"/>
            <ac:spMk id="3" creationId="{3AF343BD-D87C-C1B0-70B3-087048D7648A}"/>
          </ac:spMkLst>
        </pc:spChg>
      </pc:sldChg>
      <pc:sldChg chg="modSp">
        <pc:chgData name="TUBA TAIYABA" userId="7d5f4b51c04c22c0" providerId="LiveId" clId="{0D3F6978-521B-452A-B1CD-1292BC3EB16C}" dt="2026-01-08T17:44:09.036" v="2617"/>
        <pc:sldMkLst>
          <pc:docMk/>
          <pc:sldMk cId="2099453953" sldId="320"/>
        </pc:sldMkLst>
        <pc:spChg chg="mod">
          <ac:chgData name="TUBA TAIYABA" userId="7d5f4b51c04c22c0" providerId="LiveId" clId="{0D3F6978-521B-452A-B1CD-1292BC3EB16C}" dt="2026-01-08T17:44:09.036" v="2617"/>
          <ac:spMkLst>
            <pc:docMk/>
            <pc:sldMk cId="2099453953" sldId="320"/>
            <ac:spMk id="2" creationId="{F6C736A6-4011-485D-9D06-5763AA82D0F3}"/>
          </ac:spMkLst>
        </pc:spChg>
        <pc:graphicFrameChg chg="mod">
          <ac:chgData name="TUBA TAIYABA" userId="7d5f4b51c04c22c0" providerId="LiveId" clId="{0D3F6978-521B-452A-B1CD-1292BC3EB16C}" dt="2026-01-08T17:44:09.036" v="2617"/>
          <ac:graphicFrameMkLst>
            <pc:docMk/>
            <pc:sldMk cId="2099453953" sldId="320"/>
            <ac:graphicFrameMk id="11" creationId="{7DEEE857-3925-5196-1BA9-0571D63CB34F}"/>
          </ac:graphicFrameMkLst>
        </pc:graphicFrameChg>
      </pc:sldChg>
      <pc:sldChg chg="modSp modNotes">
        <pc:chgData name="TUBA TAIYABA" userId="7d5f4b51c04c22c0" providerId="LiveId" clId="{0D3F6978-521B-452A-B1CD-1292BC3EB16C}" dt="2026-01-08T17:44:09.036" v="2617"/>
        <pc:sldMkLst>
          <pc:docMk/>
          <pc:sldMk cId="713698715" sldId="321"/>
        </pc:sldMkLst>
        <pc:graphicFrameChg chg="mod">
          <ac:chgData name="TUBA TAIYABA" userId="7d5f4b51c04c22c0" providerId="LiveId" clId="{0D3F6978-521B-452A-B1CD-1292BC3EB16C}" dt="2026-01-08T17:44:09.036" v="2617"/>
          <ac:graphicFrameMkLst>
            <pc:docMk/>
            <pc:sldMk cId="713698715" sldId="321"/>
            <ac:graphicFrameMk id="4" creationId="{65120068-114F-8C08-3D79-25D92DA20222}"/>
          </ac:graphicFrameMkLst>
        </pc:graphicFrameChg>
      </pc:sldChg>
      <pc:sldChg chg="modSp mod">
        <pc:chgData name="TUBA TAIYABA" userId="7d5f4b51c04c22c0" providerId="LiveId" clId="{0D3F6978-521B-452A-B1CD-1292BC3EB16C}" dt="2026-01-08T17:44:09.036" v="2617"/>
        <pc:sldMkLst>
          <pc:docMk/>
          <pc:sldMk cId="873954727" sldId="322"/>
        </pc:sldMkLst>
        <pc:spChg chg="mod">
          <ac:chgData name="TUBA TAIYABA" userId="7d5f4b51c04c22c0" providerId="LiveId" clId="{0D3F6978-521B-452A-B1CD-1292BC3EB16C}" dt="2026-01-08T17:44:09.036" v="2617"/>
          <ac:spMkLst>
            <pc:docMk/>
            <pc:sldMk cId="873954727" sldId="322"/>
            <ac:spMk id="2" creationId="{E50AB87A-C9F4-7190-CEC6-D6592FF145CD}"/>
          </ac:spMkLst>
        </pc:spChg>
        <pc:spChg chg="mod">
          <ac:chgData name="TUBA TAIYABA" userId="7d5f4b51c04c22c0" providerId="LiveId" clId="{0D3F6978-521B-452A-B1CD-1292BC3EB16C}" dt="2026-01-08T17:44:09.036" v="2617"/>
          <ac:spMkLst>
            <pc:docMk/>
            <pc:sldMk cId="873954727" sldId="322"/>
            <ac:spMk id="3" creationId="{22FFD544-90C2-A5D2-2675-470010D2F172}"/>
          </ac:spMkLst>
        </pc:spChg>
      </pc:sldChg>
      <pc:sldChg chg="modSp mod">
        <pc:chgData name="TUBA TAIYABA" userId="7d5f4b51c04c22c0" providerId="LiveId" clId="{0D3F6978-521B-452A-B1CD-1292BC3EB16C}" dt="2026-01-08T17:44:09.036" v="2617"/>
        <pc:sldMkLst>
          <pc:docMk/>
          <pc:sldMk cId="2952536598" sldId="323"/>
        </pc:sldMkLst>
        <pc:spChg chg="mod">
          <ac:chgData name="TUBA TAIYABA" userId="7d5f4b51c04c22c0" providerId="LiveId" clId="{0D3F6978-521B-452A-B1CD-1292BC3EB16C}" dt="2026-01-08T17:44:09.036" v="2617"/>
          <ac:spMkLst>
            <pc:docMk/>
            <pc:sldMk cId="2952536598" sldId="323"/>
            <ac:spMk id="2" creationId="{B13D8F55-428D-2DCC-3722-A30061CEE5A1}"/>
          </ac:spMkLst>
        </pc:spChg>
        <pc:spChg chg="mod">
          <ac:chgData name="TUBA TAIYABA" userId="7d5f4b51c04c22c0" providerId="LiveId" clId="{0D3F6978-521B-452A-B1CD-1292BC3EB16C}" dt="2026-01-08T17:44:09.036" v="2617"/>
          <ac:spMkLst>
            <pc:docMk/>
            <pc:sldMk cId="2952536598" sldId="323"/>
            <ac:spMk id="3" creationId="{DF711197-5A43-C361-21C1-BF37AE15B761}"/>
          </ac:spMkLst>
        </pc:spChg>
      </pc:sldChg>
      <pc:sldChg chg="modSp mod">
        <pc:chgData name="TUBA TAIYABA" userId="7d5f4b51c04c22c0" providerId="LiveId" clId="{0D3F6978-521B-452A-B1CD-1292BC3EB16C}" dt="2026-01-08T17:44:09.036" v="2617"/>
        <pc:sldMkLst>
          <pc:docMk/>
          <pc:sldMk cId="2462919380" sldId="324"/>
        </pc:sldMkLst>
        <pc:spChg chg="mod">
          <ac:chgData name="TUBA TAIYABA" userId="7d5f4b51c04c22c0" providerId="LiveId" clId="{0D3F6978-521B-452A-B1CD-1292BC3EB16C}" dt="2026-01-08T17:44:09.036" v="2617"/>
          <ac:spMkLst>
            <pc:docMk/>
            <pc:sldMk cId="2462919380" sldId="324"/>
            <ac:spMk id="2" creationId="{E05EC96E-CBAB-0651-6F45-F6C0E71AD3F7}"/>
          </ac:spMkLst>
        </pc:spChg>
        <pc:spChg chg="mod">
          <ac:chgData name="TUBA TAIYABA" userId="7d5f4b51c04c22c0" providerId="LiveId" clId="{0D3F6978-521B-452A-B1CD-1292BC3EB16C}" dt="2026-01-08T17:44:09.036" v="2617"/>
          <ac:spMkLst>
            <pc:docMk/>
            <pc:sldMk cId="2462919380" sldId="324"/>
            <ac:spMk id="3" creationId="{CA8FB259-257A-FBA4-9827-46FBE5A16DF9}"/>
          </ac:spMkLst>
        </pc:spChg>
      </pc:sldChg>
      <pc:sldChg chg="modSp mod modNotes">
        <pc:chgData name="TUBA TAIYABA" userId="7d5f4b51c04c22c0" providerId="LiveId" clId="{0D3F6978-521B-452A-B1CD-1292BC3EB16C}" dt="2026-01-08T17:44:25.902" v="2696" actId="27636"/>
        <pc:sldMkLst>
          <pc:docMk/>
          <pc:sldMk cId="4051762567" sldId="325"/>
        </pc:sldMkLst>
        <pc:spChg chg="mod">
          <ac:chgData name="TUBA TAIYABA" userId="7d5f4b51c04c22c0" providerId="LiveId" clId="{0D3F6978-521B-452A-B1CD-1292BC3EB16C}" dt="2026-01-08T17:44:09.036" v="2617"/>
          <ac:spMkLst>
            <pc:docMk/>
            <pc:sldMk cId="4051762567" sldId="325"/>
            <ac:spMk id="2" creationId="{DA0F1B9B-3DAB-0397-F8A1-18C27DE6BC7E}"/>
          </ac:spMkLst>
        </pc:spChg>
        <pc:spChg chg="mod">
          <ac:chgData name="TUBA TAIYABA" userId="7d5f4b51c04c22c0" providerId="LiveId" clId="{0D3F6978-521B-452A-B1CD-1292BC3EB16C}" dt="2026-01-08T17:44:25.902" v="2696" actId="27636"/>
          <ac:spMkLst>
            <pc:docMk/>
            <pc:sldMk cId="4051762567" sldId="325"/>
            <ac:spMk id="3" creationId="{7A9E72E8-73C1-4CB0-85E8-7DAD73E27C00}"/>
          </ac:spMkLst>
        </pc:spChg>
      </pc:sldChg>
      <pc:sldChg chg="modSp mod">
        <pc:chgData name="TUBA TAIYABA" userId="7d5f4b51c04c22c0" providerId="LiveId" clId="{0D3F6978-521B-452A-B1CD-1292BC3EB16C}" dt="2026-01-08T17:44:09.996" v="2664" actId="27636"/>
        <pc:sldMkLst>
          <pc:docMk/>
          <pc:sldMk cId="3277764766" sldId="326"/>
        </pc:sldMkLst>
        <pc:spChg chg="mod">
          <ac:chgData name="TUBA TAIYABA" userId="7d5f4b51c04c22c0" providerId="LiveId" clId="{0D3F6978-521B-452A-B1CD-1292BC3EB16C}" dt="2026-01-08T17:44:09.996" v="2664" actId="27636"/>
          <ac:spMkLst>
            <pc:docMk/>
            <pc:sldMk cId="3277764766" sldId="326"/>
            <ac:spMk id="3" creationId="{A23DDB3F-BE7C-01C9-77B6-E60519172F82}"/>
          </ac:spMkLst>
        </pc:spChg>
      </pc:sldChg>
      <pc:sldChg chg="modSp mod">
        <pc:chgData name="TUBA TAIYABA" userId="7d5f4b51c04c22c0" providerId="LiveId" clId="{0D3F6978-521B-452A-B1CD-1292BC3EB16C}" dt="2026-01-08T17:44:25.918" v="2697" actId="27636"/>
        <pc:sldMkLst>
          <pc:docMk/>
          <pc:sldMk cId="4182306732" sldId="327"/>
        </pc:sldMkLst>
        <pc:spChg chg="mod">
          <ac:chgData name="TUBA TAIYABA" userId="7d5f4b51c04c22c0" providerId="LiveId" clId="{0D3F6978-521B-452A-B1CD-1292BC3EB16C}" dt="2026-01-08T17:44:09.036" v="2617"/>
          <ac:spMkLst>
            <pc:docMk/>
            <pc:sldMk cId="4182306732" sldId="327"/>
            <ac:spMk id="2" creationId="{6C4794F2-74FD-56D0-E2FD-D6B16756A8F9}"/>
          </ac:spMkLst>
        </pc:spChg>
        <pc:spChg chg="mod">
          <ac:chgData name="TUBA TAIYABA" userId="7d5f4b51c04c22c0" providerId="LiveId" clId="{0D3F6978-521B-452A-B1CD-1292BC3EB16C}" dt="2026-01-08T17:44:25.918" v="2697" actId="27636"/>
          <ac:spMkLst>
            <pc:docMk/>
            <pc:sldMk cId="4182306732" sldId="327"/>
            <ac:spMk id="3" creationId="{DEFD3C1C-5D72-7B10-9BB8-3AC4508C76B6}"/>
          </ac:spMkLst>
        </pc:spChg>
      </pc:sldChg>
      <pc:sldChg chg="modSp mod modNotes">
        <pc:chgData name="TUBA TAIYABA" userId="7d5f4b51c04c22c0" providerId="LiveId" clId="{0D3F6978-521B-452A-B1CD-1292BC3EB16C}" dt="2026-01-08T17:44:09.036" v="2617"/>
        <pc:sldMkLst>
          <pc:docMk/>
          <pc:sldMk cId="1160267709" sldId="328"/>
        </pc:sldMkLst>
        <pc:spChg chg="mod">
          <ac:chgData name="TUBA TAIYABA" userId="7d5f4b51c04c22c0" providerId="LiveId" clId="{0D3F6978-521B-452A-B1CD-1292BC3EB16C}" dt="2026-01-08T17:44:09.036" v="2617"/>
          <ac:spMkLst>
            <pc:docMk/>
            <pc:sldMk cId="1160267709" sldId="328"/>
            <ac:spMk id="2" creationId="{51BAD9F0-53FB-0915-CCD0-87D226E4FC82}"/>
          </ac:spMkLst>
        </pc:spChg>
        <pc:spChg chg="mod">
          <ac:chgData name="TUBA TAIYABA" userId="7d5f4b51c04c22c0" providerId="LiveId" clId="{0D3F6978-521B-452A-B1CD-1292BC3EB16C}" dt="2026-01-08T17:44:09.036" v="2617"/>
          <ac:spMkLst>
            <pc:docMk/>
            <pc:sldMk cId="1160267709" sldId="328"/>
            <ac:spMk id="3" creationId="{4A702B25-78B5-F734-F021-5167CE2F2B3B}"/>
          </ac:spMkLst>
        </pc:spChg>
      </pc:sldChg>
      <pc:sldChg chg="modSp del mod">
        <pc:chgData name="TUBA TAIYABA" userId="7d5f4b51c04c22c0" providerId="LiveId" clId="{0D3F6978-521B-452A-B1CD-1292BC3EB16C}" dt="2026-01-08T17:41:12.277" v="2265" actId="2696"/>
        <pc:sldMkLst>
          <pc:docMk/>
          <pc:sldMk cId="4093754636" sldId="329"/>
        </pc:sldMkLst>
        <pc:spChg chg="mod">
          <ac:chgData name="TUBA TAIYABA" userId="7d5f4b51c04c22c0" providerId="LiveId" clId="{0D3F6978-521B-452A-B1CD-1292BC3EB16C}" dt="2026-01-07T14:32:43.340" v="59" actId="27636"/>
          <ac:spMkLst>
            <pc:docMk/>
            <pc:sldMk cId="4093754636" sldId="329"/>
            <ac:spMk id="3" creationId="{13B7F118-A337-EEB0-F260-9CEDDBA7E479}"/>
          </ac:spMkLst>
        </pc:spChg>
      </pc:sldChg>
      <pc:sldChg chg="modSp del mod">
        <pc:chgData name="TUBA TAIYABA" userId="7d5f4b51c04c22c0" providerId="LiveId" clId="{0D3F6978-521B-452A-B1CD-1292BC3EB16C}" dt="2026-01-08T17:41:17.406" v="2266" actId="2696"/>
        <pc:sldMkLst>
          <pc:docMk/>
          <pc:sldMk cId="2680642932" sldId="330"/>
        </pc:sldMkLst>
        <pc:spChg chg="mod">
          <ac:chgData name="TUBA TAIYABA" userId="7d5f4b51c04c22c0" providerId="LiveId" clId="{0D3F6978-521B-452A-B1CD-1292BC3EB16C}" dt="2026-01-07T14:32:43.354" v="60" actId="27636"/>
          <ac:spMkLst>
            <pc:docMk/>
            <pc:sldMk cId="2680642932" sldId="330"/>
            <ac:spMk id="3" creationId="{980CF4DC-BC4F-0B14-E5CE-6C679F0E612B}"/>
          </ac:spMkLst>
        </pc:spChg>
      </pc:sldChg>
      <pc:sldChg chg="del">
        <pc:chgData name="TUBA TAIYABA" userId="7d5f4b51c04c22c0" providerId="LiveId" clId="{0D3F6978-521B-452A-B1CD-1292BC3EB16C}" dt="2026-01-08T17:41:06.622" v="2264" actId="2696"/>
        <pc:sldMkLst>
          <pc:docMk/>
          <pc:sldMk cId="768000162" sldId="331"/>
        </pc:sldMkLst>
      </pc:sldChg>
      <pc:sldChg chg="modSp">
        <pc:chgData name="TUBA TAIYABA" userId="7d5f4b51c04c22c0" providerId="LiveId" clId="{0D3F6978-521B-452A-B1CD-1292BC3EB16C}" dt="2026-01-08T17:44:09.036" v="2617"/>
        <pc:sldMkLst>
          <pc:docMk/>
          <pc:sldMk cId="2170145231" sldId="332"/>
        </pc:sldMkLst>
        <pc:spChg chg="mod">
          <ac:chgData name="TUBA TAIYABA" userId="7d5f4b51c04c22c0" providerId="LiveId" clId="{0D3F6978-521B-452A-B1CD-1292BC3EB16C}" dt="2026-01-08T17:44:09.036" v="2617"/>
          <ac:spMkLst>
            <pc:docMk/>
            <pc:sldMk cId="2170145231" sldId="332"/>
            <ac:spMk id="3" creationId="{6E081A02-FC1B-4057-4391-18A6247A471B}"/>
          </ac:spMkLst>
        </pc:spChg>
      </pc:sldChg>
      <pc:sldChg chg="modSp mod">
        <pc:chgData name="TUBA TAIYABA" userId="7d5f4b51c04c22c0" providerId="LiveId" clId="{0D3F6978-521B-452A-B1CD-1292BC3EB16C}" dt="2026-01-08T17:44:10.016" v="2665" actId="27636"/>
        <pc:sldMkLst>
          <pc:docMk/>
          <pc:sldMk cId="2900753156" sldId="333"/>
        </pc:sldMkLst>
        <pc:spChg chg="mod">
          <ac:chgData name="TUBA TAIYABA" userId="7d5f4b51c04c22c0" providerId="LiveId" clId="{0D3F6978-521B-452A-B1CD-1292BC3EB16C}" dt="2026-01-08T17:44:10.016" v="2665" actId="27636"/>
          <ac:spMkLst>
            <pc:docMk/>
            <pc:sldMk cId="2900753156" sldId="333"/>
            <ac:spMk id="3" creationId="{071CABD1-90EC-A757-6427-01B168ED3B6A}"/>
          </ac:spMkLst>
        </pc:spChg>
      </pc:sldChg>
      <pc:sldChg chg="modSp mod">
        <pc:chgData name="TUBA TAIYABA" userId="7d5f4b51c04c22c0" providerId="LiveId" clId="{0D3F6978-521B-452A-B1CD-1292BC3EB16C}" dt="2026-01-08T17:44:09.036" v="2617"/>
        <pc:sldMkLst>
          <pc:docMk/>
          <pc:sldMk cId="883750415" sldId="334"/>
        </pc:sldMkLst>
        <pc:spChg chg="mod">
          <ac:chgData name="TUBA TAIYABA" userId="7d5f4b51c04c22c0" providerId="LiveId" clId="{0D3F6978-521B-452A-B1CD-1292BC3EB16C}" dt="2026-01-08T17:44:09.036" v="2617"/>
          <ac:spMkLst>
            <pc:docMk/>
            <pc:sldMk cId="883750415" sldId="334"/>
            <ac:spMk id="2" creationId="{81CA5EED-6DB8-4854-33CD-B14B30452B42}"/>
          </ac:spMkLst>
        </pc:spChg>
        <pc:spChg chg="mod">
          <ac:chgData name="TUBA TAIYABA" userId="7d5f4b51c04c22c0" providerId="LiveId" clId="{0D3F6978-521B-452A-B1CD-1292BC3EB16C}" dt="2026-01-08T17:44:09.036" v="2617"/>
          <ac:spMkLst>
            <pc:docMk/>
            <pc:sldMk cId="883750415" sldId="334"/>
            <ac:spMk id="3" creationId="{95B775D2-C762-AFAC-30A6-C8BB892A3597}"/>
          </ac:spMkLst>
        </pc:spChg>
      </pc:sldChg>
      <pc:sldChg chg="modSp mod">
        <pc:chgData name="TUBA TAIYABA" userId="7d5f4b51c04c22c0" providerId="LiveId" clId="{0D3F6978-521B-452A-B1CD-1292BC3EB16C}" dt="2026-01-08T17:44:25.938" v="2698" actId="27636"/>
        <pc:sldMkLst>
          <pc:docMk/>
          <pc:sldMk cId="842154185" sldId="335"/>
        </pc:sldMkLst>
        <pc:spChg chg="mod">
          <ac:chgData name="TUBA TAIYABA" userId="7d5f4b51c04c22c0" providerId="LiveId" clId="{0D3F6978-521B-452A-B1CD-1292BC3EB16C}" dt="2026-01-08T17:44:09.036" v="2617"/>
          <ac:spMkLst>
            <pc:docMk/>
            <pc:sldMk cId="842154185" sldId="335"/>
            <ac:spMk id="2" creationId="{C2F5E4C3-CE73-5FF5-6742-6B49928C9AEC}"/>
          </ac:spMkLst>
        </pc:spChg>
        <pc:spChg chg="mod">
          <ac:chgData name="TUBA TAIYABA" userId="7d5f4b51c04c22c0" providerId="LiveId" clId="{0D3F6978-521B-452A-B1CD-1292BC3EB16C}" dt="2026-01-08T17:44:25.938" v="2698" actId="27636"/>
          <ac:spMkLst>
            <pc:docMk/>
            <pc:sldMk cId="842154185" sldId="335"/>
            <ac:spMk id="3" creationId="{2134C595-74E2-4430-28B3-96A3CF7DAF0F}"/>
          </ac:spMkLst>
        </pc:spChg>
      </pc:sldChg>
      <pc:sldChg chg="modSp mod">
        <pc:chgData name="TUBA TAIYABA" userId="7d5f4b51c04c22c0" providerId="LiveId" clId="{0D3F6978-521B-452A-B1CD-1292BC3EB16C}" dt="2026-01-08T17:44:25.495" v="2668" actId="27636"/>
        <pc:sldMkLst>
          <pc:docMk/>
          <pc:sldMk cId="1825406009" sldId="336"/>
        </pc:sldMkLst>
        <pc:spChg chg="mod">
          <ac:chgData name="TUBA TAIYABA" userId="7d5f4b51c04c22c0" providerId="LiveId" clId="{0D3F6978-521B-452A-B1CD-1292BC3EB16C}" dt="2026-01-08T17:44:25.495" v="2668" actId="27636"/>
          <ac:spMkLst>
            <pc:docMk/>
            <pc:sldMk cId="1825406009" sldId="336"/>
            <ac:spMk id="3" creationId="{EA29D332-819E-627D-FBA7-CC024485B737}"/>
          </ac:spMkLst>
        </pc:spChg>
      </pc:sldChg>
      <pc:sldChg chg="modSp mod">
        <pc:chgData name="TUBA TAIYABA" userId="7d5f4b51c04c22c0" providerId="LiveId" clId="{0D3F6978-521B-452A-B1CD-1292BC3EB16C}" dt="2026-01-08T17:44:25.576" v="2669" actId="27636"/>
        <pc:sldMkLst>
          <pc:docMk/>
          <pc:sldMk cId="3039342387" sldId="337"/>
        </pc:sldMkLst>
        <pc:spChg chg="mod">
          <ac:chgData name="TUBA TAIYABA" userId="7d5f4b51c04c22c0" providerId="LiveId" clId="{0D3F6978-521B-452A-B1CD-1292BC3EB16C}" dt="2026-01-08T17:44:25.576" v="2669" actId="27636"/>
          <ac:spMkLst>
            <pc:docMk/>
            <pc:sldMk cId="3039342387" sldId="337"/>
            <ac:spMk id="3" creationId="{37B2FCA4-327E-A532-20D5-34841788C623}"/>
          </ac:spMkLst>
        </pc:spChg>
      </pc:sldChg>
      <pc:sldChg chg="modSp mod">
        <pc:chgData name="TUBA TAIYABA" userId="7d5f4b51c04c22c0" providerId="LiveId" clId="{0D3F6978-521B-452A-B1CD-1292BC3EB16C}" dt="2026-01-08T17:44:09.036" v="2617"/>
        <pc:sldMkLst>
          <pc:docMk/>
          <pc:sldMk cId="1711511728" sldId="338"/>
        </pc:sldMkLst>
        <pc:spChg chg="mod">
          <ac:chgData name="TUBA TAIYABA" userId="7d5f4b51c04c22c0" providerId="LiveId" clId="{0D3F6978-521B-452A-B1CD-1292BC3EB16C}" dt="2026-01-08T17:44:09.036" v="2617"/>
          <ac:spMkLst>
            <pc:docMk/>
            <pc:sldMk cId="1711511728" sldId="338"/>
            <ac:spMk id="2" creationId="{02578A9D-7B19-092D-2B85-011D4A9F848D}"/>
          </ac:spMkLst>
        </pc:spChg>
        <pc:spChg chg="mod">
          <ac:chgData name="TUBA TAIYABA" userId="7d5f4b51c04c22c0" providerId="LiveId" clId="{0D3F6978-521B-452A-B1CD-1292BC3EB16C}" dt="2026-01-08T17:44:09.036" v="2617"/>
          <ac:spMkLst>
            <pc:docMk/>
            <pc:sldMk cId="1711511728" sldId="338"/>
            <ac:spMk id="3" creationId="{40D18B01-1A5C-73EB-FC5E-B14964C24345}"/>
          </ac:spMkLst>
        </pc:spChg>
      </pc:sldChg>
      <pc:sldChg chg="modSp mod">
        <pc:chgData name="TUBA TAIYABA" userId="7d5f4b51c04c22c0" providerId="LiveId" clId="{0D3F6978-521B-452A-B1CD-1292BC3EB16C}" dt="2026-01-08T17:44:09.036" v="2617"/>
        <pc:sldMkLst>
          <pc:docMk/>
          <pc:sldMk cId="2885837993" sldId="339"/>
        </pc:sldMkLst>
        <pc:spChg chg="mod">
          <ac:chgData name="TUBA TAIYABA" userId="7d5f4b51c04c22c0" providerId="LiveId" clId="{0D3F6978-521B-452A-B1CD-1292BC3EB16C}" dt="2026-01-08T17:44:09.036" v="2617"/>
          <ac:spMkLst>
            <pc:docMk/>
            <pc:sldMk cId="2885837993" sldId="339"/>
            <ac:spMk id="3" creationId="{AA91B607-36EA-6BC4-599C-0AEEE9C5A242}"/>
          </ac:spMkLst>
        </pc:spChg>
      </pc:sldChg>
      <pc:sldChg chg="modSp">
        <pc:chgData name="TUBA TAIYABA" userId="7d5f4b51c04c22c0" providerId="LiveId" clId="{0D3F6978-521B-452A-B1CD-1292BC3EB16C}" dt="2026-01-08T17:44:09.036" v="2617"/>
        <pc:sldMkLst>
          <pc:docMk/>
          <pc:sldMk cId="1278367098" sldId="340"/>
        </pc:sldMkLst>
        <pc:spChg chg="mod">
          <ac:chgData name="TUBA TAIYABA" userId="7d5f4b51c04c22c0" providerId="LiveId" clId="{0D3F6978-521B-452A-B1CD-1292BC3EB16C}" dt="2026-01-08T17:44:09.036" v="2617"/>
          <ac:spMkLst>
            <pc:docMk/>
            <pc:sldMk cId="1278367098" sldId="340"/>
            <ac:spMk id="3" creationId="{E97573D5-0D3C-BDF2-E375-4B9AE1AFFB46}"/>
          </ac:spMkLst>
        </pc:spChg>
      </pc:sldChg>
      <pc:sldChg chg="modSp mod">
        <pc:chgData name="TUBA TAIYABA" userId="7d5f4b51c04c22c0" providerId="LiveId" clId="{0D3F6978-521B-452A-B1CD-1292BC3EB16C}" dt="2026-01-08T17:44:09.036" v="2617"/>
        <pc:sldMkLst>
          <pc:docMk/>
          <pc:sldMk cId="680154177" sldId="341"/>
        </pc:sldMkLst>
        <pc:spChg chg="mod">
          <ac:chgData name="TUBA TAIYABA" userId="7d5f4b51c04c22c0" providerId="LiveId" clId="{0D3F6978-521B-452A-B1CD-1292BC3EB16C}" dt="2026-01-08T17:44:09.036" v="2617"/>
          <ac:spMkLst>
            <pc:docMk/>
            <pc:sldMk cId="680154177" sldId="341"/>
            <ac:spMk id="2" creationId="{38BB5FB5-0B20-C96D-125B-49C2679098E0}"/>
          </ac:spMkLst>
        </pc:spChg>
        <pc:spChg chg="mod">
          <ac:chgData name="TUBA TAIYABA" userId="7d5f4b51c04c22c0" providerId="LiveId" clId="{0D3F6978-521B-452A-B1CD-1292BC3EB16C}" dt="2026-01-08T17:44:09.036" v="2617"/>
          <ac:spMkLst>
            <pc:docMk/>
            <pc:sldMk cId="680154177" sldId="341"/>
            <ac:spMk id="3" creationId="{D79DAACB-CD8D-5601-56E5-AFA7EC4FEA68}"/>
          </ac:spMkLst>
        </pc:spChg>
      </pc:sldChg>
      <pc:sldChg chg="modSp mod">
        <pc:chgData name="TUBA TAIYABA" userId="7d5f4b51c04c22c0" providerId="LiveId" clId="{0D3F6978-521B-452A-B1CD-1292BC3EB16C}" dt="2026-01-08T17:44:09.036" v="2617"/>
        <pc:sldMkLst>
          <pc:docMk/>
          <pc:sldMk cId="1333192328" sldId="342"/>
        </pc:sldMkLst>
        <pc:spChg chg="mod">
          <ac:chgData name="TUBA TAIYABA" userId="7d5f4b51c04c22c0" providerId="LiveId" clId="{0D3F6978-521B-452A-B1CD-1292BC3EB16C}" dt="2026-01-08T17:44:09.036" v="2617"/>
          <ac:spMkLst>
            <pc:docMk/>
            <pc:sldMk cId="1333192328" sldId="342"/>
            <ac:spMk id="3" creationId="{9E44795A-7A28-262F-393D-07E40977FC21}"/>
          </ac:spMkLst>
        </pc:spChg>
      </pc:sldChg>
      <pc:sldChg chg="modSp">
        <pc:chgData name="TUBA TAIYABA" userId="7d5f4b51c04c22c0" providerId="LiveId" clId="{0D3F6978-521B-452A-B1CD-1292BC3EB16C}" dt="2026-01-08T17:44:09.036" v="2617"/>
        <pc:sldMkLst>
          <pc:docMk/>
          <pc:sldMk cId="3599964258" sldId="343"/>
        </pc:sldMkLst>
        <pc:spChg chg="mod">
          <ac:chgData name="TUBA TAIYABA" userId="7d5f4b51c04c22c0" providerId="LiveId" clId="{0D3F6978-521B-452A-B1CD-1292BC3EB16C}" dt="2026-01-08T17:44:09.036" v="2617"/>
          <ac:spMkLst>
            <pc:docMk/>
            <pc:sldMk cId="3599964258" sldId="343"/>
            <ac:spMk id="3" creationId="{9B19F4D6-9FCE-0D13-7690-B9383793761B}"/>
          </ac:spMkLst>
        </pc:spChg>
        <pc:graphicFrameChg chg="mod">
          <ac:chgData name="TUBA TAIYABA" userId="7d5f4b51c04c22c0" providerId="LiveId" clId="{0D3F6978-521B-452A-B1CD-1292BC3EB16C}" dt="2026-01-08T17:44:09.036" v="2617"/>
          <ac:graphicFrameMkLst>
            <pc:docMk/>
            <pc:sldMk cId="3599964258" sldId="343"/>
            <ac:graphicFrameMk id="4" creationId="{EE1CD464-860E-2BBD-C6BE-F30A43707B0E}"/>
          </ac:graphicFrameMkLst>
        </pc:graphicFrameChg>
      </pc:sldChg>
      <pc:sldChg chg="modSp">
        <pc:chgData name="TUBA TAIYABA" userId="7d5f4b51c04c22c0" providerId="LiveId" clId="{0D3F6978-521B-452A-B1CD-1292BC3EB16C}" dt="2026-01-08T17:44:09.036" v="2617"/>
        <pc:sldMkLst>
          <pc:docMk/>
          <pc:sldMk cId="3113379198" sldId="344"/>
        </pc:sldMkLst>
        <pc:graphicFrameChg chg="mod">
          <ac:chgData name="TUBA TAIYABA" userId="7d5f4b51c04c22c0" providerId="LiveId" clId="{0D3F6978-521B-452A-B1CD-1292BC3EB16C}" dt="2026-01-08T17:44:09.036" v="2617"/>
          <ac:graphicFrameMkLst>
            <pc:docMk/>
            <pc:sldMk cId="3113379198" sldId="344"/>
            <ac:graphicFrameMk id="4" creationId="{FE6D9903-4BAC-7B3E-B951-710EA125BEB7}"/>
          </ac:graphicFrameMkLst>
        </pc:graphicFrameChg>
      </pc:sldChg>
      <pc:sldChg chg="delSp modSp new mod">
        <pc:chgData name="TUBA TAIYABA" userId="7d5f4b51c04c22c0" providerId="LiveId" clId="{0D3F6978-521B-452A-B1CD-1292BC3EB16C}" dt="2026-01-08T17:51:42.506" v="2778" actId="14100"/>
        <pc:sldMkLst>
          <pc:docMk/>
          <pc:sldMk cId="1283443018" sldId="345"/>
        </pc:sldMkLst>
        <pc:spChg chg="del mod">
          <ac:chgData name="TUBA TAIYABA" userId="7d5f4b51c04c22c0" providerId="LiveId" clId="{0D3F6978-521B-452A-B1CD-1292BC3EB16C}" dt="2026-01-08T13:55:32.845" v="915" actId="478"/>
          <ac:spMkLst>
            <pc:docMk/>
            <pc:sldMk cId="1283443018" sldId="345"/>
            <ac:spMk id="2" creationId="{5CAC380B-3B9A-1266-5687-99DF1ED87189}"/>
          </ac:spMkLst>
        </pc:spChg>
        <pc:spChg chg="mod">
          <ac:chgData name="TUBA TAIYABA" userId="7d5f4b51c04c22c0" providerId="LiveId" clId="{0D3F6978-521B-452A-B1CD-1292BC3EB16C}" dt="2026-01-08T17:51:01.042" v="2766" actId="14100"/>
          <ac:spMkLst>
            <pc:docMk/>
            <pc:sldMk cId="1283443018" sldId="345"/>
            <ac:spMk id="3" creationId="{74BA7A38-710B-BB3A-C3C9-7B5613D3464C}"/>
          </ac:spMkLst>
        </pc:spChg>
        <pc:spChg chg="mod">
          <ac:chgData name="TUBA TAIYABA" userId="7d5f4b51c04c22c0" providerId="LiveId" clId="{0D3F6978-521B-452A-B1CD-1292BC3EB16C}" dt="2026-01-08T17:51:33.361" v="2776" actId="27636"/>
          <ac:spMkLst>
            <pc:docMk/>
            <pc:sldMk cId="1283443018" sldId="345"/>
            <ac:spMk id="4" creationId="{AED6EDD4-28E6-DAD2-1552-AC2C36824BF0}"/>
          </ac:spMkLst>
        </pc:spChg>
        <pc:spChg chg="mod">
          <ac:chgData name="TUBA TAIYABA" userId="7d5f4b51c04c22c0" providerId="LiveId" clId="{0D3F6978-521B-452A-B1CD-1292BC3EB16C}" dt="2026-01-08T17:44:09.036" v="2617"/>
          <ac:spMkLst>
            <pc:docMk/>
            <pc:sldMk cId="1283443018" sldId="345"/>
            <ac:spMk id="5" creationId="{0D2BCC82-EAE6-6A29-094A-BBFCEACEEED8}"/>
          </ac:spMkLst>
        </pc:spChg>
        <pc:spChg chg="mod">
          <ac:chgData name="TUBA TAIYABA" userId="7d5f4b51c04c22c0" providerId="LiveId" clId="{0D3F6978-521B-452A-B1CD-1292BC3EB16C}" dt="2026-01-08T17:51:42.506" v="2778" actId="14100"/>
          <ac:spMkLst>
            <pc:docMk/>
            <pc:sldMk cId="1283443018" sldId="345"/>
            <ac:spMk id="6" creationId="{78C58134-D1A1-ADDF-6DAB-E7BC6FA0660D}"/>
          </ac:spMkLst>
        </pc:spChg>
      </pc:sldChg>
      <pc:sldChg chg="new del">
        <pc:chgData name="TUBA TAIYABA" userId="7d5f4b51c04c22c0" providerId="LiveId" clId="{0D3F6978-521B-452A-B1CD-1292BC3EB16C}" dt="2026-01-08T14:05:09.066" v="953" actId="2696"/>
        <pc:sldMkLst>
          <pc:docMk/>
          <pc:sldMk cId="1589783351" sldId="346"/>
        </pc:sldMkLst>
      </pc:sldChg>
      <pc:sldChg chg="add del">
        <pc:chgData name="TUBA TAIYABA" userId="7d5f4b51c04c22c0" providerId="LiveId" clId="{0D3F6978-521B-452A-B1CD-1292BC3EB16C}" dt="2026-01-08T14:01:01.941" v="943" actId="2696"/>
        <pc:sldMkLst>
          <pc:docMk/>
          <pc:sldMk cId="1627783807" sldId="346"/>
        </pc:sldMkLst>
      </pc:sldChg>
      <pc:sldChg chg="add del">
        <pc:chgData name="TUBA TAIYABA" userId="7d5f4b51c04c22c0" providerId="LiveId" clId="{0D3F6978-521B-452A-B1CD-1292BC3EB16C}" dt="2026-01-08T14:03:44.423" v="946" actId="2696"/>
        <pc:sldMkLst>
          <pc:docMk/>
          <pc:sldMk cId="1904635298" sldId="346"/>
        </pc:sldMkLst>
      </pc:sldChg>
      <pc:sldChg chg="addSp delSp modSp new mod">
        <pc:chgData name="TUBA TAIYABA" userId="7d5f4b51c04c22c0" providerId="LiveId" clId="{0D3F6978-521B-452A-B1CD-1292BC3EB16C}" dt="2026-01-08T17:54:33.826" v="2819" actId="14100"/>
        <pc:sldMkLst>
          <pc:docMk/>
          <pc:sldMk cId="2473894585" sldId="347"/>
        </pc:sldMkLst>
        <pc:spChg chg="del mod">
          <ac:chgData name="TUBA TAIYABA" userId="7d5f4b51c04c22c0" providerId="LiveId" clId="{0D3F6978-521B-452A-B1CD-1292BC3EB16C}" dt="2026-01-08T14:13:58.449" v="1460" actId="478"/>
          <ac:spMkLst>
            <pc:docMk/>
            <pc:sldMk cId="2473894585" sldId="347"/>
            <ac:spMk id="2" creationId="{B054D97B-73E0-13CF-FB63-F2A4E3282735}"/>
          </ac:spMkLst>
        </pc:spChg>
        <pc:spChg chg="mod">
          <ac:chgData name="TUBA TAIYABA" userId="7d5f4b51c04c22c0" providerId="LiveId" clId="{0D3F6978-521B-452A-B1CD-1292BC3EB16C}" dt="2026-01-08T17:52:45.405" v="2784" actId="2711"/>
          <ac:spMkLst>
            <pc:docMk/>
            <pc:sldMk cId="2473894585" sldId="347"/>
            <ac:spMk id="3" creationId="{76AF8FEB-D37E-3C69-984C-E62CB701AFEB}"/>
          </ac:spMkLst>
        </pc:spChg>
        <pc:spChg chg="mod">
          <ac:chgData name="TUBA TAIYABA" userId="7d5f4b51c04c22c0" providerId="LiveId" clId="{0D3F6978-521B-452A-B1CD-1292BC3EB16C}" dt="2026-01-08T17:54:33.826" v="2819" actId="14100"/>
          <ac:spMkLst>
            <pc:docMk/>
            <pc:sldMk cId="2473894585" sldId="347"/>
            <ac:spMk id="4" creationId="{9DB9B471-0A3B-E02D-9483-AD86C7C6A1E1}"/>
          </ac:spMkLst>
        </pc:spChg>
        <pc:spChg chg="mod">
          <ac:chgData name="TUBA TAIYABA" userId="7d5f4b51c04c22c0" providerId="LiveId" clId="{0D3F6978-521B-452A-B1CD-1292BC3EB16C}" dt="2026-01-08T17:53:58.197" v="2809" actId="2711"/>
          <ac:spMkLst>
            <pc:docMk/>
            <pc:sldMk cId="2473894585" sldId="347"/>
            <ac:spMk id="5" creationId="{0CC552AB-A3D5-C3E2-0125-26C52A86C695}"/>
          </ac:spMkLst>
        </pc:spChg>
        <pc:spChg chg="mod">
          <ac:chgData name="TUBA TAIYABA" userId="7d5f4b51c04c22c0" providerId="LiveId" clId="{0D3F6978-521B-452A-B1CD-1292BC3EB16C}" dt="2026-01-08T17:54:24.058" v="2817" actId="1076"/>
          <ac:spMkLst>
            <pc:docMk/>
            <pc:sldMk cId="2473894585" sldId="347"/>
            <ac:spMk id="6" creationId="{3E114606-A864-2619-694C-F345B270123F}"/>
          </ac:spMkLst>
        </pc:spChg>
        <pc:spChg chg="add del mod">
          <ac:chgData name="TUBA TAIYABA" userId="7d5f4b51c04c22c0" providerId="LiveId" clId="{0D3F6978-521B-452A-B1CD-1292BC3EB16C}" dt="2026-01-08T14:14:09.951" v="1464" actId="478"/>
          <ac:spMkLst>
            <pc:docMk/>
            <pc:sldMk cId="2473894585" sldId="347"/>
            <ac:spMk id="8" creationId="{CBF5886E-2994-A45F-BF31-16D7500BE14B}"/>
          </ac:spMkLst>
        </pc:spChg>
      </pc:sldChg>
      <pc:sldChg chg="new del">
        <pc:chgData name="TUBA TAIYABA" userId="7d5f4b51c04c22c0" providerId="LiveId" clId="{0D3F6978-521B-452A-B1CD-1292BC3EB16C}" dt="2026-01-08T14:18:15.753" v="1493" actId="2696"/>
        <pc:sldMkLst>
          <pc:docMk/>
          <pc:sldMk cId="1679871737" sldId="348"/>
        </pc:sldMkLst>
      </pc:sldChg>
      <pc:sldChg chg="add del">
        <pc:chgData name="TUBA TAIYABA" userId="7d5f4b51c04c22c0" providerId="LiveId" clId="{0D3F6978-521B-452A-B1CD-1292BC3EB16C}" dt="2026-01-08T14:17:10.732" v="1489" actId="2696"/>
        <pc:sldMkLst>
          <pc:docMk/>
          <pc:sldMk cId="3325273398" sldId="348"/>
        </pc:sldMkLst>
      </pc:sldChg>
      <pc:sldChg chg="delSp modSp new mod">
        <pc:chgData name="TUBA TAIYABA" userId="7d5f4b51c04c22c0" providerId="LiveId" clId="{0D3F6978-521B-452A-B1CD-1292BC3EB16C}" dt="2026-01-08T17:57:46.295" v="2882" actId="20577"/>
        <pc:sldMkLst>
          <pc:docMk/>
          <pc:sldMk cId="4151829754" sldId="348"/>
        </pc:sldMkLst>
        <pc:spChg chg="del mod">
          <ac:chgData name="TUBA TAIYABA" userId="7d5f4b51c04c22c0" providerId="LiveId" clId="{0D3F6978-521B-452A-B1CD-1292BC3EB16C}" dt="2026-01-08T14:53:36.603" v="1563" actId="478"/>
          <ac:spMkLst>
            <pc:docMk/>
            <pc:sldMk cId="4151829754" sldId="348"/>
            <ac:spMk id="2" creationId="{F222B631-1676-FEB1-CFDE-B0C39A921604}"/>
          </ac:spMkLst>
        </pc:spChg>
        <pc:spChg chg="mod">
          <ac:chgData name="TUBA TAIYABA" userId="7d5f4b51c04c22c0" providerId="LiveId" clId="{0D3F6978-521B-452A-B1CD-1292BC3EB16C}" dt="2026-01-08T17:57:42.662" v="2881" actId="20577"/>
          <ac:spMkLst>
            <pc:docMk/>
            <pc:sldMk cId="4151829754" sldId="348"/>
            <ac:spMk id="3" creationId="{EE4D37E2-A571-E982-36B4-E89E981C59EF}"/>
          </ac:spMkLst>
        </pc:spChg>
        <pc:spChg chg="mod">
          <ac:chgData name="TUBA TAIYABA" userId="7d5f4b51c04c22c0" providerId="LiveId" clId="{0D3F6978-521B-452A-B1CD-1292BC3EB16C}" dt="2026-01-08T17:57:03.502" v="2875" actId="2711"/>
          <ac:spMkLst>
            <pc:docMk/>
            <pc:sldMk cId="4151829754" sldId="348"/>
            <ac:spMk id="4" creationId="{CB55C6D3-327F-384C-5D92-83F267295E2C}"/>
          </ac:spMkLst>
        </pc:spChg>
        <pc:spChg chg="mod">
          <ac:chgData name="TUBA TAIYABA" userId="7d5f4b51c04c22c0" providerId="LiveId" clId="{0D3F6978-521B-452A-B1CD-1292BC3EB16C}" dt="2026-01-08T17:57:46.295" v="2882" actId="20577"/>
          <ac:spMkLst>
            <pc:docMk/>
            <pc:sldMk cId="4151829754" sldId="348"/>
            <ac:spMk id="5" creationId="{350C354A-529B-5AD2-E4D2-B57E52D34C82}"/>
          </ac:spMkLst>
        </pc:spChg>
        <pc:spChg chg="mod">
          <ac:chgData name="TUBA TAIYABA" userId="7d5f4b51c04c22c0" providerId="LiveId" clId="{0D3F6978-521B-452A-B1CD-1292BC3EB16C}" dt="2026-01-08T17:57:37.090" v="2880" actId="14100"/>
          <ac:spMkLst>
            <pc:docMk/>
            <pc:sldMk cId="4151829754" sldId="348"/>
            <ac:spMk id="6" creationId="{56D010FF-7774-D07B-4695-2CFD4193B903}"/>
          </ac:spMkLst>
        </pc:spChg>
      </pc:sldChg>
      <pc:sldChg chg="new del">
        <pc:chgData name="TUBA TAIYABA" userId="7d5f4b51c04c22c0" providerId="LiveId" clId="{0D3F6978-521B-452A-B1CD-1292BC3EB16C}" dt="2026-01-08T14:18:21.380" v="1494" actId="2696"/>
        <pc:sldMkLst>
          <pc:docMk/>
          <pc:sldMk cId="304057758" sldId="349"/>
        </pc:sldMkLst>
      </pc:sldChg>
      <pc:sldChg chg="add del">
        <pc:chgData name="TUBA TAIYABA" userId="7d5f4b51c04c22c0" providerId="LiveId" clId="{0D3F6978-521B-452A-B1CD-1292BC3EB16C}" dt="2026-01-08T14:56:53.181" v="1598" actId="2696"/>
        <pc:sldMkLst>
          <pc:docMk/>
          <pc:sldMk cId="894980826" sldId="349"/>
        </pc:sldMkLst>
      </pc:sldChg>
      <pc:sldChg chg="delSp modSp new mod ord">
        <pc:chgData name="TUBA TAIYABA" userId="7d5f4b51c04c22c0" providerId="LiveId" clId="{0D3F6978-521B-452A-B1CD-1292BC3EB16C}" dt="2026-01-08T17:59:53.942" v="2927" actId="403"/>
        <pc:sldMkLst>
          <pc:docMk/>
          <pc:sldMk cId="2904611554" sldId="349"/>
        </pc:sldMkLst>
        <pc:spChg chg="del mod">
          <ac:chgData name="TUBA TAIYABA" userId="7d5f4b51c04c22c0" providerId="LiveId" clId="{0D3F6978-521B-452A-B1CD-1292BC3EB16C}" dt="2026-01-08T14:58:59.096" v="1619" actId="478"/>
          <ac:spMkLst>
            <pc:docMk/>
            <pc:sldMk cId="2904611554" sldId="349"/>
            <ac:spMk id="2" creationId="{4872BE34-348B-9E49-769E-29928E2DD87A}"/>
          </ac:spMkLst>
        </pc:spChg>
        <pc:spChg chg="mod">
          <ac:chgData name="TUBA TAIYABA" userId="7d5f4b51c04c22c0" providerId="LiveId" clId="{0D3F6978-521B-452A-B1CD-1292BC3EB16C}" dt="2026-01-08T17:58:21.456" v="2887" actId="27636"/>
          <ac:spMkLst>
            <pc:docMk/>
            <pc:sldMk cId="2904611554" sldId="349"/>
            <ac:spMk id="3" creationId="{4228C92D-32C6-B199-1B39-51605A3B5A92}"/>
          </ac:spMkLst>
        </pc:spChg>
        <pc:spChg chg="mod">
          <ac:chgData name="TUBA TAIYABA" userId="7d5f4b51c04c22c0" providerId="LiveId" clId="{0D3F6978-521B-452A-B1CD-1292BC3EB16C}" dt="2026-01-08T17:59:42.022" v="2918" actId="255"/>
          <ac:spMkLst>
            <pc:docMk/>
            <pc:sldMk cId="2904611554" sldId="349"/>
            <ac:spMk id="4" creationId="{5839DD27-7A05-F99A-AF12-962D8AB144CA}"/>
          </ac:spMkLst>
        </pc:spChg>
        <pc:spChg chg="mod">
          <ac:chgData name="TUBA TAIYABA" userId="7d5f4b51c04c22c0" providerId="LiveId" clId="{0D3F6978-521B-452A-B1CD-1292BC3EB16C}" dt="2026-01-08T17:58:31.040" v="2890" actId="20577"/>
          <ac:spMkLst>
            <pc:docMk/>
            <pc:sldMk cId="2904611554" sldId="349"/>
            <ac:spMk id="5" creationId="{D1762391-48C5-11FE-F292-8FFBADE9402A}"/>
          </ac:spMkLst>
        </pc:spChg>
        <pc:spChg chg="mod">
          <ac:chgData name="TUBA TAIYABA" userId="7d5f4b51c04c22c0" providerId="LiveId" clId="{0D3F6978-521B-452A-B1CD-1292BC3EB16C}" dt="2026-01-08T17:59:53.942" v="2927" actId="403"/>
          <ac:spMkLst>
            <pc:docMk/>
            <pc:sldMk cId="2904611554" sldId="349"/>
            <ac:spMk id="6" creationId="{09F17FC4-7360-9D6C-D8B6-0F25A0B2F467}"/>
          </ac:spMkLst>
        </pc:spChg>
      </pc:sldChg>
      <pc:sldChg chg="new del">
        <pc:chgData name="TUBA TAIYABA" userId="7d5f4b51c04c22c0" providerId="LiveId" clId="{0D3F6978-521B-452A-B1CD-1292BC3EB16C}" dt="2026-01-08T15:12:30.589" v="1658" actId="2696"/>
        <pc:sldMkLst>
          <pc:docMk/>
          <pc:sldMk cId="543414792" sldId="350"/>
        </pc:sldMkLst>
      </pc:sldChg>
      <pc:sldChg chg="addSp delSp modSp new del mod">
        <pc:chgData name="TUBA TAIYABA" userId="7d5f4b51c04c22c0" providerId="LiveId" clId="{0D3F6978-521B-452A-B1CD-1292BC3EB16C}" dt="2026-01-08T14:52:04.274" v="1551" actId="2696"/>
        <pc:sldMkLst>
          <pc:docMk/>
          <pc:sldMk cId="1442646049" sldId="350"/>
        </pc:sldMkLst>
        <pc:spChg chg="add del mod">
          <ac:chgData name="TUBA TAIYABA" userId="7d5f4b51c04c22c0" providerId="LiveId" clId="{0D3F6978-521B-452A-B1CD-1292BC3EB16C}" dt="2026-01-08T14:19:43" v="1508"/>
          <ac:spMkLst>
            <pc:docMk/>
            <pc:sldMk cId="1442646049" sldId="350"/>
            <ac:spMk id="3" creationId="{72C52EE7-DF27-6953-B56C-241872D8FEC1}"/>
          </ac:spMkLst>
        </pc:spChg>
        <pc:spChg chg="add del mod">
          <ac:chgData name="TUBA TAIYABA" userId="7d5f4b51c04c22c0" providerId="LiveId" clId="{0D3F6978-521B-452A-B1CD-1292BC3EB16C}" dt="2026-01-08T14:45:07.854" v="1515" actId="478"/>
          <ac:spMkLst>
            <pc:docMk/>
            <pc:sldMk cId="1442646049" sldId="350"/>
            <ac:spMk id="5" creationId="{657F7053-D195-34FD-CA66-9172E24205C8}"/>
          </ac:spMkLst>
        </pc:spChg>
        <pc:spChg chg="add mod">
          <ac:chgData name="TUBA TAIYABA" userId="7d5f4b51c04c22c0" providerId="LiveId" clId="{0D3F6978-521B-452A-B1CD-1292BC3EB16C}" dt="2026-01-08T14:46:56.813" v="1524" actId="1076"/>
          <ac:spMkLst>
            <pc:docMk/>
            <pc:sldMk cId="1442646049" sldId="350"/>
            <ac:spMk id="7" creationId="{114708C5-680F-6750-7AEB-7A5C0910A06E}"/>
          </ac:spMkLst>
        </pc:spChg>
        <pc:spChg chg="add mod">
          <ac:chgData name="TUBA TAIYABA" userId="7d5f4b51c04c22c0" providerId="LiveId" clId="{0D3F6978-521B-452A-B1CD-1292BC3EB16C}" dt="2026-01-08T14:47:41.930" v="1529" actId="14100"/>
          <ac:spMkLst>
            <pc:docMk/>
            <pc:sldMk cId="1442646049" sldId="350"/>
            <ac:spMk id="9" creationId="{8FE2E679-92FF-8DF3-08EF-537F2F06CBD9}"/>
          </ac:spMkLst>
        </pc:spChg>
        <pc:spChg chg="add mod">
          <ac:chgData name="TUBA TAIYABA" userId="7d5f4b51c04c22c0" providerId="LiveId" clId="{0D3F6978-521B-452A-B1CD-1292BC3EB16C}" dt="2026-01-08T14:48:36.633" v="1536" actId="14100"/>
          <ac:spMkLst>
            <pc:docMk/>
            <pc:sldMk cId="1442646049" sldId="350"/>
            <ac:spMk id="11" creationId="{985737D7-BF5B-BF54-9D0E-9108A3260DCC}"/>
          </ac:spMkLst>
        </pc:spChg>
        <pc:spChg chg="add mod">
          <ac:chgData name="TUBA TAIYABA" userId="7d5f4b51c04c22c0" providerId="LiveId" clId="{0D3F6978-521B-452A-B1CD-1292BC3EB16C}" dt="2026-01-08T14:49:30.698" v="1541" actId="1076"/>
          <ac:spMkLst>
            <pc:docMk/>
            <pc:sldMk cId="1442646049" sldId="350"/>
            <ac:spMk id="13" creationId="{45B93EFC-344F-51F8-79C3-8B7044394C39}"/>
          </ac:spMkLst>
        </pc:spChg>
        <pc:spChg chg="add mod">
          <ac:chgData name="TUBA TAIYABA" userId="7d5f4b51c04c22c0" providerId="LiveId" clId="{0D3F6978-521B-452A-B1CD-1292BC3EB16C}" dt="2026-01-08T14:51:17.680" v="1550" actId="14100"/>
          <ac:spMkLst>
            <pc:docMk/>
            <pc:sldMk cId="1442646049" sldId="350"/>
            <ac:spMk id="15" creationId="{6C7FA1B1-3C09-E8F1-939B-2758D21AA597}"/>
          </ac:spMkLst>
        </pc:spChg>
      </pc:sldChg>
      <pc:sldChg chg="new del">
        <pc:chgData name="TUBA TAIYABA" userId="7d5f4b51c04c22c0" providerId="LiveId" clId="{0D3F6978-521B-452A-B1CD-1292BC3EB16C}" dt="2026-01-08T14:57:39.877" v="1605" actId="2696"/>
        <pc:sldMkLst>
          <pc:docMk/>
          <pc:sldMk cId="1650545026" sldId="350"/>
        </pc:sldMkLst>
      </pc:sldChg>
      <pc:sldChg chg="delSp modSp new mod">
        <pc:chgData name="TUBA TAIYABA" userId="7d5f4b51c04c22c0" providerId="LiveId" clId="{0D3F6978-521B-452A-B1CD-1292BC3EB16C}" dt="2026-01-08T17:44:25.664" v="2681" actId="27636"/>
        <pc:sldMkLst>
          <pc:docMk/>
          <pc:sldMk cId="4057294393" sldId="350"/>
        </pc:sldMkLst>
        <pc:spChg chg="del mod">
          <ac:chgData name="TUBA TAIYABA" userId="7d5f4b51c04c22c0" providerId="LiveId" clId="{0D3F6978-521B-452A-B1CD-1292BC3EB16C}" dt="2026-01-08T15:46:57.033" v="1980" actId="478"/>
          <ac:spMkLst>
            <pc:docMk/>
            <pc:sldMk cId="4057294393" sldId="350"/>
            <ac:spMk id="2" creationId="{425646D7-5335-6EDE-E707-8ACEBC66663F}"/>
          </ac:spMkLst>
        </pc:spChg>
        <pc:spChg chg="mod">
          <ac:chgData name="TUBA TAIYABA" userId="7d5f4b51c04c22c0" providerId="LiveId" clId="{0D3F6978-521B-452A-B1CD-1292BC3EB16C}" dt="2026-01-08T17:44:25.664" v="2680" actId="27636"/>
          <ac:spMkLst>
            <pc:docMk/>
            <pc:sldMk cId="4057294393" sldId="350"/>
            <ac:spMk id="3" creationId="{C2925818-DE4D-5A3D-3EB2-34B20C5030EC}"/>
          </ac:spMkLst>
        </pc:spChg>
        <pc:spChg chg="mod">
          <ac:chgData name="TUBA TAIYABA" userId="7d5f4b51c04c22c0" providerId="LiveId" clId="{0D3F6978-521B-452A-B1CD-1292BC3EB16C}" dt="2026-01-08T17:44:09.036" v="2617"/>
          <ac:spMkLst>
            <pc:docMk/>
            <pc:sldMk cId="4057294393" sldId="350"/>
            <ac:spMk id="4" creationId="{4E4C6F6B-824B-EEFC-AB2C-3B889760955A}"/>
          </ac:spMkLst>
        </pc:spChg>
        <pc:spChg chg="mod">
          <ac:chgData name="TUBA TAIYABA" userId="7d5f4b51c04c22c0" providerId="LiveId" clId="{0D3F6978-521B-452A-B1CD-1292BC3EB16C}" dt="2026-01-08T17:44:25.664" v="2681" actId="27636"/>
          <ac:spMkLst>
            <pc:docMk/>
            <pc:sldMk cId="4057294393" sldId="350"/>
            <ac:spMk id="5" creationId="{8153EA79-6B17-5385-ACC2-959BC832C358}"/>
          </ac:spMkLst>
        </pc:spChg>
        <pc:spChg chg="mod">
          <ac:chgData name="TUBA TAIYABA" userId="7d5f4b51c04c22c0" providerId="LiveId" clId="{0D3F6978-521B-452A-B1CD-1292BC3EB16C}" dt="2026-01-08T17:44:09.036" v="2617"/>
          <ac:spMkLst>
            <pc:docMk/>
            <pc:sldMk cId="4057294393" sldId="350"/>
            <ac:spMk id="6" creationId="{0F60EB3E-A3F4-0C02-B34C-6D7BF0AE7D0B}"/>
          </ac:spMkLst>
        </pc:spChg>
      </pc:sldChg>
      <pc:sldChg chg="delSp modSp new mod">
        <pc:chgData name="TUBA TAIYABA" userId="7d5f4b51c04c22c0" providerId="LiveId" clId="{0D3F6978-521B-452A-B1CD-1292BC3EB16C}" dt="2026-01-08T17:44:09.544" v="2635" actId="27636"/>
        <pc:sldMkLst>
          <pc:docMk/>
          <pc:sldMk cId="2433263282" sldId="351"/>
        </pc:sldMkLst>
        <pc:spChg chg="del mod">
          <ac:chgData name="TUBA TAIYABA" userId="7d5f4b51c04c22c0" providerId="LiveId" clId="{0D3F6978-521B-452A-B1CD-1292BC3EB16C}" dt="2026-01-08T17:09:13.521" v="2018" actId="478"/>
          <ac:spMkLst>
            <pc:docMk/>
            <pc:sldMk cId="2433263282" sldId="351"/>
            <ac:spMk id="2" creationId="{9934F58F-E7A9-CF55-3294-7AB06D36BEB4}"/>
          </ac:spMkLst>
        </pc:spChg>
        <pc:spChg chg="mod">
          <ac:chgData name="TUBA TAIYABA" userId="7d5f4b51c04c22c0" providerId="LiveId" clId="{0D3F6978-521B-452A-B1CD-1292BC3EB16C}" dt="2026-01-08T17:44:09.036" v="2617"/>
          <ac:spMkLst>
            <pc:docMk/>
            <pc:sldMk cId="2433263282" sldId="351"/>
            <ac:spMk id="3" creationId="{D29BA916-8697-EB6E-DA47-F60F40AF26F9}"/>
          </ac:spMkLst>
        </pc:spChg>
        <pc:spChg chg="mod">
          <ac:chgData name="TUBA TAIYABA" userId="7d5f4b51c04c22c0" providerId="LiveId" clId="{0D3F6978-521B-452A-B1CD-1292BC3EB16C}" dt="2026-01-08T17:44:09.541" v="2634" actId="27636"/>
          <ac:spMkLst>
            <pc:docMk/>
            <pc:sldMk cId="2433263282" sldId="351"/>
            <ac:spMk id="4" creationId="{C731839F-D1B7-8469-7573-174BA534DA41}"/>
          </ac:spMkLst>
        </pc:spChg>
        <pc:spChg chg="mod">
          <ac:chgData name="TUBA TAIYABA" userId="7d5f4b51c04c22c0" providerId="LiveId" clId="{0D3F6978-521B-452A-B1CD-1292BC3EB16C}" dt="2026-01-08T17:44:09.036" v="2617"/>
          <ac:spMkLst>
            <pc:docMk/>
            <pc:sldMk cId="2433263282" sldId="351"/>
            <ac:spMk id="5" creationId="{174053AA-1900-A64F-8F75-B25701F96B14}"/>
          </ac:spMkLst>
        </pc:spChg>
        <pc:spChg chg="mod">
          <ac:chgData name="TUBA TAIYABA" userId="7d5f4b51c04c22c0" providerId="LiveId" clId="{0D3F6978-521B-452A-B1CD-1292BC3EB16C}" dt="2026-01-08T17:44:09.544" v="2635" actId="27636"/>
          <ac:spMkLst>
            <pc:docMk/>
            <pc:sldMk cId="2433263282" sldId="351"/>
            <ac:spMk id="6" creationId="{9EF5A346-B8F8-D797-1776-20CA8E65FCE4}"/>
          </ac:spMkLst>
        </pc:spChg>
      </pc:sldChg>
      <pc:sldChg chg="delSp modSp new mod">
        <pc:chgData name="TUBA TAIYABA" userId="7d5f4b51c04c22c0" providerId="LiveId" clId="{0D3F6978-521B-452A-B1CD-1292BC3EB16C}" dt="2026-01-08T17:44:25.695" v="2684" actId="27636"/>
        <pc:sldMkLst>
          <pc:docMk/>
          <pc:sldMk cId="2345402893" sldId="352"/>
        </pc:sldMkLst>
        <pc:spChg chg="del mod">
          <ac:chgData name="TUBA TAIYABA" userId="7d5f4b51c04c22c0" providerId="LiveId" clId="{0D3F6978-521B-452A-B1CD-1292BC3EB16C}" dt="2026-01-08T17:22:23.363" v="2065" actId="478"/>
          <ac:spMkLst>
            <pc:docMk/>
            <pc:sldMk cId="2345402893" sldId="352"/>
            <ac:spMk id="2" creationId="{7D191DE5-4B6B-299F-8E49-620B3964C9B2}"/>
          </ac:spMkLst>
        </pc:spChg>
        <pc:spChg chg="mod">
          <ac:chgData name="TUBA TAIYABA" userId="7d5f4b51c04c22c0" providerId="LiveId" clId="{0D3F6978-521B-452A-B1CD-1292BC3EB16C}" dt="2026-01-08T17:44:25.695" v="2683" actId="27636"/>
          <ac:spMkLst>
            <pc:docMk/>
            <pc:sldMk cId="2345402893" sldId="352"/>
            <ac:spMk id="3" creationId="{DD7C7CD5-54C4-2C52-31BE-E712F55CDCE4}"/>
          </ac:spMkLst>
        </pc:spChg>
        <pc:spChg chg="mod">
          <ac:chgData name="TUBA TAIYABA" userId="7d5f4b51c04c22c0" providerId="LiveId" clId="{0D3F6978-521B-452A-B1CD-1292BC3EB16C}" dt="2026-01-08T17:44:09.580" v="2637" actId="27636"/>
          <ac:spMkLst>
            <pc:docMk/>
            <pc:sldMk cId="2345402893" sldId="352"/>
            <ac:spMk id="4" creationId="{0F074113-F02E-75C2-C3C0-98143168F8EE}"/>
          </ac:spMkLst>
        </pc:spChg>
        <pc:spChg chg="mod">
          <ac:chgData name="TUBA TAIYABA" userId="7d5f4b51c04c22c0" providerId="LiveId" clId="{0D3F6978-521B-452A-B1CD-1292BC3EB16C}" dt="2026-01-08T17:44:25.695" v="2684" actId="27636"/>
          <ac:spMkLst>
            <pc:docMk/>
            <pc:sldMk cId="2345402893" sldId="352"/>
            <ac:spMk id="5" creationId="{D3CD1CBF-0076-13F2-D732-688E5E5B29FF}"/>
          </ac:spMkLst>
        </pc:spChg>
        <pc:spChg chg="mod">
          <ac:chgData name="TUBA TAIYABA" userId="7d5f4b51c04c22c0" providerId="LiveId" clId="{0D3F6978-521B-452A-B1CD-1292BC3EB16C}" dt="2026-01-08T17:44:09.560" v="2636" actId="27636"/>
          <ac:spMkLst>
            <pc:docMk/>
            <pc:sldMk cId="2345402893" sldId="352"/>
            <ac:spMk id="6" creationId="{83A83E4A-4961-DCD3-792F-3F887230B1B3}"/>
          </ac:spMkLst>
        </pc:spChg>
      </pc:sldChg>
      <pc:sldChg chg="delSp modSp new mod">
        <pc:chgData name="TUBA TAIYABA" userId="7d5f4b51c04c22c0" providerId="LiveId" clId="{0D3F6978-521B-452A-B1CD-1292BC3EB16C}" dt="2026-01-08T17:44:25.712" v="2687" actId="27636"/>
        <pc:sldMkLst>
          <pc:docMk/>
          <pc:sldMk cId="1630966519" sldId="353"/>
        </pc:sldMkLst>
        <pc:spChg chg="del mod">
          <ac:chgData name="TUBA TAIYABA" userId="7d5f4b51c04c22c0" providerId="LiveId" clId="{0D3F6978-521B-452A-B1CD-1292BC3EB16C}" dt="2026-01-08T17:25:38.138" v="2098" actId="478"/>
          <ac:spMkLst>
            <pc:docMk/>
            <pc:sldMk cId="1630966519" sldId="353"/>
            <ac:spMk id="2" creationId="{0B76C57D-DD7A-DCA0-A605-8806D98409CF}"/>
          </ac:spMkLst>
        </pc:spChg>
        <pc:spChg chg="mod">
          <ac:chgData name="TUBA TAIYABA" userId="7d5f4b51c04c22c0" providerId="LiveId" clId="{0D3F6978-521B-452A-B1CD-1292BC3EB16C}" dt="2026-01-08T17:44:25.712" v="2687" actId="27636"/>
          <ac:spMkLst>
            <pc:docMk/>
            <pc:sldMk cId="1630966519" sldId="353"/>
            <ac:spMk id="3" creationId="{15074CCF-C7D6-780C-1742-52D09FB38EA9}"/>
          </ac:spMkLst>
        </pc:spChg>
        <pc:spChg chg="mod">
          <ac:chgData name="TUBA TAIYABA" userId="7d5f4b51c04c22c0" providerId="LiveId" clId="{0D3F6978-521B-452A-B1CD-1292BC3EB16C}" dt="2026-01-08T17:44:09.637" v="2642" actId="27636"/>
          <ac:spMkLst>
            <pc:docMk/>
            <pc:sldMk cId="1630966519" sldId="353"/>
            <ac:spMk id="4" creationId="{FBB09878-C0C5-E9EE-CECA-08026142EE15}"/>
          </ac:spMkLst>
        </pc:spChg>
        <pc:spChg chg="mod">
          <ac:chgData name="TUBA TAIYABA" userId="7d5f4b51c04c22c0" providerId="LiveId" clId="{0D3F6978-521B-452A-B1CD-1292BC3EB16C}" dt="2026-01-08T17:44:25.710" v="2686" actId="27636"/>
          <ac:spMkLst>
            <pc:docMk/>
            <pc:sldMk cId="1630966519" sldId="353"/>
            <ac:spMk id="5" creationId="{0ED982A1-4693-D3A1-B7F7-DFEC78ED64D9}"/>
          </ac:spMkLst>
        </pc:spChg>
        <pc:spChg chg="mod">
          <ac:chgData name="TUBA TAIYABA" userId="7d5f4b51c04c22c0" providerId="LiveId" clId="{0D3F6978-521B-452A-B1CD-1292BC3EB16C}" dt="2026-01-08T17:44:09.636" v="2641" actId="27636"/>
          <ac:spMkLst>
            <pc:docMk/>
            <pc:sldMk cId="1630966519" sldId="353"/>
            <ac:spMk id="6" creationId="{DA9F06E6-216A-0617-A01B-4EC74F1389A4}"/>
          </ac:spMkLst>
        </pc:spChg>
      </pc:sldChg>
      <pc:sldChg chg="delSp modSp new mod">
        <pc:chgData name="TUBA TAIYABA" userId="7d5f4b51c04c22c0" providerId="LiveId" clId="{0D3F6978-521B-452A-B1CD-1292BC3EB16C}" dt="2026-01-08T17:44:25.738" v="2689" actId="27636"/>
        <pc:sldMkLst>
          <pc:docMk/>
          <pc:sldMk cId="1169326479" sldId="354"/>
        </pc:sldMkLst>
        <pc:spChg chg="del mod">
          <ac:chgData name="TUBA TAIYABA" userId="7d5f4b51c04c22c0" providerId="LiveId" clId="{0D3F6978-521B-452A-B1CD-1292BC3EB16C}" dt="2026-01-08T17:30:10.904" v="2150" actId="478"/>
          <ac:spMkLst>
            <pc:docMk/>
            <pc:sldMk cId="1169326479" sldId="354"/>
            <ac:spMk id="2" creationId="{F463AF20-DE67-59BE-BA7E-4D8178478AF1}"/>
          </ac:spMkLst>
        </pc:spChg>
        <pc:spChg chg="mod">
          <ac:chgData name="TUBA TAIYABA" userId="7d5f4b51c04c22c0" providerId="LiveId" clId="{0D3F6978-521B-452A-B1CD-1292BC3EB16C}" dt="2026-01-08T17:44:25.738" v="2689" actId="27636"/>
          <ac:spMkLst>
            <pc:docMk/>
            <pc:sldMk cId="1169326479" sldId="354"/>
            <ac:spMk id="3" creationId="{39A45F2B-4DC0-B525-B0DB-D8C7753362C6}"/>
          </ac:spMkLst>
        </pc:spChg>
        <pc:spChg chg="mod">
          <ac:chgData name="TUBA TAIYABA" userId="7d5f4b51c04c22c0" providerId="LiveId" clId="{0D3F6978-521B-452A-B1CD-1292BC3EB16C}" dt="2026-01-08T17:44:09.036" v="2617"/>
          <ac:spMkLst>
            <pc:docMk/>
            <pc:sldMk cId="1169326479" sldId="354"/>
            <ac:spMk id="4" creationId="{83334898-7382-5F08-3EC3-77C8C6DBA400}"/>
          </ac:spMkLst>
        </pc:spChg>
        <pc:spChg chg="mod">
          <ac:chgData name="TUBA TAIYABA" userId="7d5f4b51c04c22c0" providerId="LiveId" clId="{0D3F6978-521B-452A-B1CD-1292BC3EB16C}" dt="2026-01-08T17:44:25.732" v="2688" actId="27636"/>
          <ac:spMkLst>
            <pc:docMk/>
            <pc:sldMk cId="1169326479" sldId="354"/>
            <ac:spMk id="5" creationId="{D7A802DC-F68B-3CE7-7895-5577A5EBBF51}"/>
          </ac:spMkLst>
        </pc:spChg>
        <pc:spChg chg="mod">
          <ac:chgData name="TUBA TAIYABA" userId="7d5f4b51c04c22c0" providerId="LiveId" clId="{0D3F6978-521B-452A-B1CD-1292BC3EB16C}" dt="2026-01-08T17:44:09.036" v="2617"/>
          <ac:spMkLst>
            <pc:docMk/>
            <pc:sldMk cId="1169326479" sldId="354"/>
            <ac:spMk id="6" creationId="{4BC2E1E6-CCDC-748D-03E2-ED94D5467DBE}"/>
          </ac:spMkLst>
        </pc:spChg>
      </pc:sldChg>
      <pc:sldMasterChg chg="modSp modSldLayout">
        <pc:chgData name="TUBA TAIYABA" userId="7d5f4b51c04c22c0" providerId="LiveId" clId="{0D3F6978-521B-452A-B1CD-1292BC3EB16C}" dt="2026-01-08T17:44:09.036" v="2617"/>
        <pc:sldMasterMkLst>
          <pc:docMk/>
          <pc:sldMasterMk cId="3797990875" sldId="2147484079"/>
        </pc:sldMasterMkLst>
        <pc:spChg chg="mod">
          <ac:chgData name="TUBA TAIYABA" userId="7d5f4b51c04c22c0" providerId="LiveId" clId="{0D3F6978-521B-452A-B1CD-1292BC3EB16C}" dt="2026-01-08T17:44:09.036" v="2617"/>
          <ac:spMkLst>
            <pc:docMk/>
            <pc:sldMasterMk cId="3797990875" sldId="2147484079"/>
            <ac:spMk id="2" creationId="{00000000-0000-0000-0000-000000000000}"/>
          </ac:spMkLst>
        </pc:spChg>
        <pc:spChg chg="mod">
          <ac:chgData name="TUBA TAIYABA" userId="7d5f4b51c04c22c0" providerId="LiveId" clId="{0D3F6978-521B-452A-B1CD-1292BC3EB16C}" dt="2026-01-08T17:44:09.036" v="2617"/>
          <ac:spMkLst>
            <pc:docMk/>
            <pc:sldMasterMk cId="3797990875" sldId="2147484079"/>
            <ac:spMk id="3" creationId="{00000000-0000-0000-0000-000000000000}"/>
          </ac:spMkLst>
        </pc:spChg>
        <pc:spChg chg="mod">
          <ac:chgData name="TUBA TAIYABA" userId="7d5f4b51c04c22c0" providerId="LiveId" clId="{0D3F6978-521B-452A-B1CD-1292BC3EB16C}" dt="2026-01-08T17:44:09.036" v="2617"/>
          <ac:spMkLst>
            <pc:docMk/>
            <pc:sldMasterMk cId="3797990875" sldId="2147484079"/>
            <ac:spMk id="4" creationId="{00000000-0000-0000-0000-000000000000}"/>
          </ac:spMkLst>
        </pc:spChg>
        <pc:spChg chg="mod">
          <ac:chgData name="TUBA TAIYABA" userId="7d5f4b51c04c22c0" providerId="LiveId" clId="{0D3F6978-521B-452A-B1CD-1292BC3EB16C}" dt="2026-01-08T17:44:09.036" v="2617"/>
          <ac:spMkLst>
            <pc:docMk/>
            <pc:sldMasterMk cId="3797990875" sldId="2147484079"/>
            <ac:spMk id="5" creationId="{00000000-0000-0000-0000-000000000000}"/>
          </ac:spMkLst>
        </pc:spChg>
        <pc:spChg chg="mod">
          <ac:chgData name="TUBA TAIYABA" userId="7d5f4b51c04c22c0" providerId="LiveId" clId="{0D3F6978-521B-452A-B1CD-1292BC3EB16C}" dt="2026-01-08T17:44:09.036" v="2617"/>
          <ac:spMkLst>
            <pc:docMk/>
            <pc:sldMasterMk cId="3797990875" sldId="2147484079"/>
            <ac:spMk id="6" creationId="{00000000-0000-0000-0000-000000000000}"/>
          </ac:spMkLst>
        </pc:spChg>
        <pc:spChg chg="mod">
          <ac:chgData name="TUBA TAIYABA" userId="7d5f4b51c04c22c0" providerId="LiveId" clId="{0D3F6978-521B-452A-B1CD-1292BC3EB16C}" dt="2026-01-08T17:44:09.036" v="2617"/>
          <ac:spMkLst>
            <pc:docMk/>
            <pc:sldMasterMk cId="3797990875" sldId="2147484079"/>
            <ac:spMk id="7" creationId="{00000000-0000-0000-0000-000000000000}"/>
          </ac:spMkLst>
        </pc:spChg>
        <pc:sldLayoutChg chg="modSp">
          <pc:chgData name="TUBA TAIYABA" userId="7d5f4b51c04c22c0" providerId="LiveId" clId="{0D3F6978-521B-452A-B1CD-1292BC3EB16C}" dt="2026-01-08T17:44:09.036" v="2617"/>
          <pc:sldLayoutMkLst>
            <pc:docMk/>
            <pc:sldMasterMk cId="3797990875" sldId="2147484079"/>
            <pc:sldLayoutMk cId="883322356" sldId="2147484080"/>
          </pc:sldLayoutMkLst>
          <pc:spChg chg="mod">
            <ac:chgData name="TUBA TAIYABA" userId="7d5f4b51c04c22c0" providerId="LiveId" clId="{0D3F6978-521B-452A-B1CD-1292BC3EB16C}" dt="2026-01-08T17:44:09.036" v="2617"/>
            <ac:spMkLst>
              <pc:docMk/>
              <pc:sldMasterMk cId="3797990875" sldId="2147484079"/>
              <pc:sldLayoutMk cId="883322356" sldId="2147484080"/>
              <ac:spMk id="2"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883322356" sldId="2147484080"/>
              <ac:spMk id="3"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883322356" sldId="2147484080"/>
              <ac:spMk id="10"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883322356" sldId="2147484080"/>
              <ac:spMk id="11"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883322356" sldId="2147484080"/>
              <ac:spMk id="15"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883322356" sldId="2147484080"/>
              <ac:spMk id="16"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883322356" sldId="2147484080"/>
              <ac:spMk id="20"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883322356" sldId="2147484080"/>
              <ac:spMk id="21"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883322356" sldId="2147484080"/>
              <ac:spMk id="22" creationId="{00000000-0000-0000-0000-000000000000}"/>
            </ac:spMkLst>
          </pc:spChg>
          <pc:grpChg chg="mod">
            <ac:chgData name="TUBA TAIYABA" userId="7d5f4b51c04c22c0" providerId="LiveId" clId="{0D3F6978-521B-452A-B1CD-1292BC3EB16C}" dt="2026-01-08T17:44:09.036" v="2617"/>
            <ac:grpSpMkLst>
              <pc:docMk/>
              <pc:sldMasterMk cId="3797990875" sldId="2147484079"/>
              <pc:sldLayoutMk cId="883322356" sldId="2147484080"/>
              <ac:grpSpMk id="4" creationId="{00000000-0000-0000-0000-000000000000}"/>
            </ac:grpSpMkLst>
          </pc:grpChg>
        </pc:sldLayoutChg>
        <pc:sldLayoutChg chg="modSp">
          <pc:chgData name="TUBA TAIYABA" userId="7d5f4b51c04c22c0" providerId="LiveId" clId="{0D3F6978-521B-452A-B1CD-1292BC3EB16C}" dt="2026-01-08T17:44:09.036" v="2617"/>
          <pc:sldLayoutMkLst>
            <pc:docMk/>
            <pc:sldMasterMk cId="3797990875" sldId="2147484079"/>
            <pc:sldLayoutMk cId="2136098072" sldId="2147484082"/>
          </pc:sldLayoutMkLst>
          <pc:spChg chg="mod">
            <ac:chgData name="TUBA TAIYABA" userId="7d5f4b51c04c22c0" providerId="LiveId" clId="{0D3F6978-521B-452A-B1CD-1292BC3EB16C}" dt="2026-01-08T17:44:09.036" v="2617"/>
            <ac:spMkLst>
              <pc:docMk/>
              <pc:sldMasterMk cId="3797990875" sldId="2147484079"/>
              <pc:sldLayoutMk cId="2136098072" sldId="2147484082"/>
              <ac:spMk id="2"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136098072" sldId="2147484082"/>
              <ac:spMk id="3"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136098072" sldId="2147484082"/>
              <ac:spMk id="4"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136098072" sldId="2147484082"/>
              <ac:spMk id="5"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136098072" sldId="2147484082"/>
              <ac:spMk id="6"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136098072" sldId="2147484082"/>
              <ac:spMk id="22"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136098072" sldId="2147484082"/>
              <ac:spMk id="23"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136098072" sldId="2147484082"/>
              <ac:spMk id="24"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136098072" sldId="2147484082"/>
              <ac:spMk id="30" creationId="{00000000-0000-0000-0000-000000000000}"/>
            </ac:spMkLst>
          </pc:spChg>
          <pc:grpChg chg="mod">
            <ac:chgData name="TUBA TAIYABA" userId="7d5f4b51c04c22c0" providerId="LiveId" clId="{0D3F6978-521B-452A-B1CD-1292BC3EB16C}" dt="2026-01-08T17:44:09.036" v="2617"/>
            <ac:grpSpMkLst>
              <pc:docMk/>
              <pc:sldMasterMk cId="3797990875" sldId="2147484079"/>
              <pc:sldLayoutMk cId="2136098072" sldId="2147484082"/>
              <ac:grpSpMk id="31" creationId="{00000000-0000-0000-0000-000000000000}"/>
            </ac:grpSpMkLst>
          </pc:grpChg>
        </pc:sldLayoutChg>
        <pc:sldLayoutChg chg="modSp">
          <pc:chgData name="TUBA TAIYABA" userId="7d5f4b51c04c22c0" providerId="LiveId" clId="{0D3F6978-521B-452A-B1CD-1292BC3EB16C}" dt="2026-01-08T17:44:09.036" v="2617"/>
          <pc:sldLayoutMkLst>
            <pc:docMk/>
            <pc:sldMasterMk cId="3797990875" sldId="2147484079"/>
            <pc:sldLayoutMk cId="4267746239" sldId="2147484083"/>
          </pc:sldLayoutMkLst>
          <pc:spChg chg="mod">
            <ac:chgData name="TUBA TAIYABA" userId="7d5f4b51c04c22c0" providerId="LiveId" clId="{0D3F6978-521B-452A-B1CD-1292BC3EB16C}" dt="2026-01-08T17:44:09.036" v="2617"/>
            <ac:spMkLst>
              <pc:docMk/>
              <pc:sldMasterMk cId="3797990875" sldId="2147484079"/>
              <pc:sldLayoutMk cId="4267746239" sldId="2147484083"/>
              <ac:spMk id="3"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4267746239" sldId="2147484083"/>
              <ac:spMk id="4" creationId="{00000000-0000-0000-0000-000000000000}"/>
            </ac:spMkLst>
          </pc:spChg>
        </pc:sldLayoutChg>
        <pc:sldLayoutChg chg="modSp">
          <pc:chgData name="TUBA TAIYABA" userId="7d5f4b51c04c22c0" providerId="LiveId" clId="{0D3F6978-521B-452A-B1CD-1292BC3EB16C}" dt="2026-01-08T17:44:09.036" v="2617"/>
          <pc:sldLayoutMkLst>
            <pc:docMk/>
            <pc:sldMasterMk cId="3797990875" sldId="2147484079"/>
            <pc:sldLayoutMk cId="546198812" sldId="2147484084"/>
          </pc:sldLayoutMkLst>
          <pc:spChg chg="mod">
            <ac:chgData name="TUBA TAIYABA" userId="7d5f4b51c04c22c0" providerId="LiveId" clId="{0D3F6978-521B-452A-B1CD-1292BC3EB16C}" dt="2026-01-08T17:44:09.036" v="2617"/>
            <ac:spMkLst>
              <pc:docMk/>
              <pc:sldMasterMk cId="3797990875" sldId="2147484079"/>
              <pc:sldLayoutMk cId="546198812" sldId="2147484084"/>
              <ac:spMk id="3"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546198812" sldId="2147484084"/>
              <ac:spMk id="4"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546198812" sldId="2147484084"/>
              <ac:spMk id="5"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546198812" sldId="2147484084"/>
              <ac:spMk id="6" creationId="{00000000-0000-0000-0000-000000000000}"/>
            </ac:spMkLst>
          </pc:spChg>
        </pc:sldLayoutChg>
        <pc:sldLayoutChg chg="modSp">
          <pc:chgData name="TUBA TAIYABA" userId="7d5f4b51c04c22c0" providerId="LiveId" clId="{0D3F6978-521B-452A-B1CD-1292BC3EB16C}" dt="2026-01-08T17:44:09.036" v="2617"/>
          <pc:sldLayoutMkLst>
            <pc:docMk/>
            <pc:sldMasterMk cId="3797990875" sldId="2147484079"/>
            <pc:sldLayoutMk cId="2461272980" sldId="2147484087"/>
          </pc:sldLayoutMkLst>
          <pc:spChg chg="mod">
            <ac:chgData name="TUBA TAIYABA" userId="7d5f4b51c04c22c0" providerId="LiveId" clId="{0D3F6978-521B-452A-B1CD-1292BC3EB16C}" dt="2026-01-08T17:44:09.036" v="2617"/>
            <ac:spMkLst>
              <pc:docMk/>
              <pc:sldMasterMk cId="3797990875" sldId="2147484079"/>
              <pc:sldLayoutMk cId="2461272980" sldId="2147484087"/>
              <ac:spMk id="2"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461272980" sldId="2147484087"/>
              <ac:spMk id="3"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461272980" sldId="2147484087"/>
              <ac:spMk id="4"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461272980" sldId="2147484087"/>
              <ac:spMk id="11"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461272980" sldId="2147484087"/>
              <ac:spMk id="12"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461272980" sldId="2147484087"/>
              <ac:spMk id="15"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461272980" sldId="2147484087"/>
              <ac:spMk id="16" creationId="{00000000-0000-0000-0000-000000000000}"/>
            </ac:spMkLst>
          </pc:spChg>
        </pc:sldLayoutChg>
        <pc:sldLayoutChg chg="modSp">
          <pc:chgData name="TUBA TAIYABA" userId="7d5f4b51c04c22c0" providerId="LiveId" clId="{0D3F6978-521B-452A-B1CD-1292BC3EB16C}" dt="2026-01-08T17:44:09.036" v="2617"/>
          <pc:sldLayoutMkLst>
            <pc:docMk/>
            <pc:sldMasterMk cId="3797990875" sldId="2147484079"/>
            <pc:sldLayoutMk cId="2295616536" sldId="2147484088"/>
          </pc:sldLayoutMkLst>
          <pc:spChg chg="mod">
            <ac:chgData name="TUBA TAIYABA" userId="7d5f4b51c04c22c0" providerId="LiveId" clId="{0D3F6978-521B-452A-B1CD-1292BC3EB16C}" dt="2026-01-08T17:44:09.036" v="2617"/>
            <ac:spMkLst>
              <pc:docMk/>
              <pc:sldMasterMk cId="3797990875" sldId="2147484079"/>
              <pc:sldLayoutMk cId="2295616536" sldId="2147484088"/>
              <ac:spMk id="2"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295616536" sldId="2147484088"/>
              <ac:spMk id="3"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295616536" sldId="2147484088"/>
              <ac:spMk id="4"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295616536" sldId="2147484088"/>
              <ac:spMk id="7"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295616536" sldId="2147484088"/>
              <ac:spMk id="10"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2295616536" sldId="2147484088"/>
              <ac:spMk id="14" creationId="{00000000-0000-0000-0000-000000000000}"/>
            </ac:spMkLst>
          </pc:spChg>
        </pc:sldLayoutChg>
        <pc:sldLayoutChg chg="modSp">
          <pc:chgData name="TUBA TAIYABA" userId="7d5f4b51c04c22c0" providerId="LiveId" clId="{0D3F6978-521B-452A-B1CD-1292BC3EB16C}" dt="2026-01-08T17:44:09.036" v="2617"/>
          <pc:sldLayoutMkLst>
            <pc:docMk/>
            <pc:sldMasterMk cId="3797990875" sldId="2147484079"/>
            <pc:sldLayoutMk cId="3584992536" sldId="2147484090"/>
          </pc:sldLayoutMkLst>
          <pc:spChg chg="mod">
            <ac:chgData name="TUBA TAIYABA" userId="7d5f4b51c04c22c0" providerId="LiveId" clId="{0D3F6978-521B-452A-B1CD-1292BC3EB16C}" dt="2026-01-08T17:44:09.036" v="2617"/>
            <ac:spMkLst>
              <pc:docMk/>
              <pc:sldMasterMk cId="3797990875" sldId="2147484079"/>
              <pc:sldLayoutMk cId="3584992536" sldId="2147484090"/>
              <ac:spMk id="2" creationId="{00000000-0000-0000-0000-000000000000}"/>
            </ac:spMkLst>
          </pc:spChg>
          <pc:spChg chg="mod">
            <ac:chgData name="TUBA TAIYABA" userId="7d5f4b51c04c22c0" providerId="LiveId" clId="{0D3F6978-521B-452A-B1CD-1292BC3EB16C}" dt="2026-01-08T17:44:09.036" v="2617"/>
            <ac:spMkLst>
              <pc:docMk/>
              <pc:sldMasterMk cId="3797990875" sldId="2147484079"/>
              <pc:sldLayoutMk cId="3584992536" sldId="2147484090"/>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16F44A-2C78-443E-8016-603515CB4449}" type="datetimeFigureOut">
              <a:rPr lang="en-IN" smtClean="0"/>
              <a:t>08-01-2026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0DE517-1294-4589-835E-83BBA7F2B33A}" type="slidenum">
              <a:rPr lang="en-IN" smtClean="0"/>
              <a:t>‹#›</a:t>
            </a:fld>
            <a:endParaRPr lang="en-IN"/>
          </a:p>
        </p:txBody>
      </p:sp>
    </p:spTree>
    <p:extLst>
      <p:ext uri="{BB962C8B-B14F-4D97-AF65-F5344CB8AC3E}">
        <p14:creationId xmlns:p14="http://schemas.microsoft.com/office/powerpoint/2010/main" val="1782442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0DE517-1294-4589-835E-83BBA7F2B33A}" type="slidenum">
              <a:rPr lang="en-IN" smtClean="0"/>
              <a:t>50</a:t>
            </a:fld>
            <a:endParaRPr lang="en-IN"/>
          </a:p>
        </p:txBody>
      </p:sp>
    </p:spTree>
    <p:extLst>
      <p:ext uri="{BB962C8B-B14F-4D97-AF65-F5344CB8AC3E}">
        <p14:creationId xmlns:p14="http://schemas.microsoft.com/office/powerpoint/2010/main" val="3713418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A0DE517-1294-4589-835E-83BBA7F2B33A}" type="slidenum">
              <a:rPr lang="en-IN" smtClean="0"/>
              <a:t>54</a:t>
            </a:fld>
            <a:endParaRPr lang="en-IN"/>
          </a:p>
        </p:txBody>
      </p:sp>
    </p:spTree>
    <p:extLst>
      <p:ext uri="{BB962C8B-B14F-4D97-AF65-F5344CB8AC3E}">
        <p14:creationId xmlns:p14="http://schemas.microsoft.com/office/powerpoint/2010/main" val="1393250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0DE517-1294-4589-835E-83BBA7F2B33A}" type="slidenum">
              <a:rPr lang="en-IN" smtClean="0"/>
              <a:t>57</a:t>
            </a:fld>
            <a:endParaRPr lang="en-IN"/>
          </a:p>
        </p:txBody>
      </p:sp>
    </p:spTree>
    <p:extLst>
      <p:ext uri="{BB962C8B-B14F-4D97-AF65-F5344CB8AC3E}">
        <p14:creationId xmlns:p14="http://schemas.microsoft.com/office/powerpoint/2010/main" val="455998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C6940C-75D1-4219-A2CF-5DDCD2F15D33}"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3280267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C6940C-75D1-4219-A2CF-5DDCD2F15D33}"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3096902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774554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C6940C-75D1-4219-A2CF-5DDCD2F15D33}"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1043149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C6940C-75D1-4219-A2CF-5DDCD2F15D33}" type="datetimeFigureOut">
              <a:rPr lang="en-IN" smtClean="0"/>
              <a:t>08-01-2026</a:t>
            </a:fld>
            <a:endParaRPr lang="en-IN"/>
          </a:p>
        </p:txBody>
      </p:sp>
      <p:sp>
        <p:nvSpPr>
          <p:cNvPr id="8" name="Footer Placeholder 7"/>
          <p:cNvSpPr>
            <a:spLocks noGrp="1"/>
          </p:cNvSpPr>
          <p:nvPr>
            <p:ph type="ftr" sz="quarter" idx="11"/>
          </p:nvPr>
        </p:nvSpPr>
        <p:spPr/>
        <p:txBody>
          <a:bodyPr/>
          <a:lstStyle/>
          <a:p>
            <a:endParaRPr lang="en-IN"/>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1340016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C6940C-75D1-4219-A2CF-5DDCD2F15D33}" type="datetimeFigureOut">
              <a:rPr lang="en-IN" smtClean="0"/>
              <a:t>08-01-2026</a:t>
            </a:fld>
            <a:endParaRPr lang="en-IN"/>
          </a:p>
        </p:txBody>
      </p:sp>
      <p:sp>
        <p:nvSpPr>
          <p:cNvPr id="4" name="Footer Placeholder 3"/>
          <p:cNvSpPr>
            <a:spLocks noGrp="1"/>
          </p:cNvSpPr>
          <p:nvPr>
            <p:ph type="ftr" sz="quarter" idx="11"/>
          </p:nvPr>
        </p:nvSpPr>
        <p:spPr/>
        <p:txBody>
          <a:bodyPr/>
          <a:lstStyle/>
          <a:p>
            <a:endParaRPr lang="en-IN"/>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1658488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C6940C-75D1-4219-A2CF-5DDCD2F15D33}" type="datetimeFigureOut">
              <a:rPr lang="en-IN" smtClean="0"/>
              <a:t>08-01-2026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2512591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C6940C-75D1-4219-A2CF-5DDCD2F15D33}"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2597677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C6940C-75D1-4219-A2CF-5DDCD2F15D33}"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1599196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1014001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F0DB0023-7AC3-454B-A2DB-48A26FEF1B03}" type="slidenum">
              <a:rPr lang="en-IN" smtClean="0"/>
              <a:t>‹#›</a:t>
            </a:fld>
            <a:endParaRPr lang="en-IN"/>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69023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CC6940C-75D1-4219-A2CF-5DDCD2F15D33}"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34694763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CC6940C-75D1-4219-A2CF-5DDCD2F15D33}"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F0DB0023-7AC3-454B-A2DB-48A26FEF1B03}" type="slidenum">
              <a:rPr lang="en-IN" smtClean="0"/>
              <a:t>‹#›</a:t>
            </a:fld>
            <a:endParaRPr lang="en-IN"/>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810087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CC6940C-75D1-4219-A2CF-5DDCD2F15D33}"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4068699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C6940C-75D1-4219-A2CF-5DDCD2F15D33}"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3697390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C6940C-75D1-4219-A2CF-5DDCD2F15D33}"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245037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749"/>
            <a:ext cx="1952272" cy="6852504"/>
            <a:chOff x="6627813" y="196102"/>
            <a:chExt cx="1952625" cy="5677649"/>
          </a:xfrm>
        </p:grpSpPr>
        <p:sp>
          <p:nvSpPr>
            <p:cNvPr id="50" name="Freeform 27"/>
            <p:cNvSpPr/>
            <p:nvPr/>
          </p:nvSpPr>
          <p:spPr bwMode="auto">
            <a:xfrm>
              <a:off x="6627813" y="19610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CC6940C-75D1-4219-A2CF-5DDCD2F15D33}" type="datetimeFigureOut">
              <a:rPr lang="en-IN" smtClean="0"/>
              <a:t>08-01-2026</a:t>
            </a:fld>
            <a:endParaRPr lang="en-IN"/>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F0DB0023-7AC3-454B-A2DB-48A26FEF1B03}" type="slidenum">
              <a:rPr lang="en-IN" smtClean="0"/>
              <a:t>‹#›</a:t>
            </a:fld>
            <a:endParaRPr lang="en-IN"/>
          </a:p>
        </p:txBody>
      </p:sp>
    </p:spTree>
    <p:extLst>
      <p:ext uri="{BB962C8B-B14F-4D97-AF65-F5344CB8AC3E}">
        <p14:creationId xmlns:p14="http://schemas.microsoft.com/office/powerpoint/2010/main" val="2403754113"/>
      </p:ext>
    </p:extLst>
  </p:cSld>
  <p:clrMap bg1="lt1" tx1="dk1" bg2="lt2" tx2="dk2" accent1="accent1" accent2="accent2" accent3="accent3" accent4="accent4" accent5="accent5" accent6="accent6" hlink="hlink" folHlink="folHlink"/>
  <p:sldLayoutIdLst>
    <p:sldLayoutId id="2147484121" r:id="rId1"/>
    <p:sldLayoutId id="2147484122" r:id="rId2"/>
    <p:sldLayoutId id="2147484123" r:id="rId3"/>
    <p:sldLayoutId id="2147484124" r:id="rId4"/>
    <p:sldLayoutId id="2147484125" r:id="rId5"/>
    <p:sldLayoutId id="2147484126" r:id="rId6"/>
    <p:sldLayoutId id="2147484127" r:id="rId7"/>
    <p:sldLayoutId id="2147484128" r:id="rId8"/>
    <p:sldLayoutId id="2147484129" r:id="rId9"/>
    <p:sldLayoutId id="2147484130" r:id="rId10"/>
    <p:sldLayoutId id="2147484131" r:id="rId11"/>
    <p:sldLayoutId id="2147484132" r:id="rId12"/>
    <p:sldLayoutId id="2147484133" r:id="rId13"/>
    <p:sldLayoutId id="2147484134" r:id="rId14"/>
    <p:sldLayoutId id="2147484135" r:id="rId15"/>
    <p:sldLayoutId id="2147484136"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0EDC7-D23D-4075-BCFE-127CDCC0ADCF}"/>
              </a:ext>
            </a:extLst>
          </p:cNvPr>
          <p:cNvSpPr>
            <a:spLocks noGrp="1"/>
          </p:cNvSpPr>
          <p:nvPr>
            <p:ph type="ctrTitle"/>
          </p:nvPr>
        </p:nvSpPr>
        <p:spPr>
          <a:xfrm>
            <a:off x="2196193" y="1698173"/>
            <a:ext cx="5605704" cy="595992"/>
          </a:xfrm>
        </p:spPr>
        <p:txBody>
          <a:bodyPr>
            <a:noAutofit/>
          </a:bodyPr>
          <a:lstStyle/>
          <a:p>
            <a:r>
              <a:rPr lang="en-IN" sz="3600" b="1" dirty="0">
                <a:latin typeface="Arial" panose="020B0604020202020204" pitchFamily="34" charset="0"/>
                <a:cs typeface="Arial" panose="020B0604020202020204" pitchFamily="34" charset="0"/>
              </a:rPr>
              <a:t>Information</a:t>
            </a:r>
            <a:r>
              <a:rPr lang="en-IN" sz="4000" dirty="0">
                <a:latin typeface="Arial" panose="020B0604020202020204" pitchFamily="34" charset="0"/>
                <a:cs typeface="Arial" panose="020B0604020202020204" pitchFamily="34" charset="0"/>
              </a:rPr>
              <a:t> Technology </a:t>
            </a:r>
          </a:p>
        </p:txBody>
      </p:sp>
    </p:spTree>
    <p:extLst>
      <p:ext uri="{BB962C8B-B14F-4D97-AF65-F5344CB8AC3E}">
        <p14:creationId xmlns:p14="http://schemas.microsoft.com/office/powerpoint/2010/main" val="60507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CD2AD-B7A4-EFBF-4389-E5BF501A43DF}"/>
              </a:ext>
            </a:extLst>
          </p:cNvPr>
          <p:cNvSpPr>
            <a:spLocks noGrp="1"/>
          </p:cNvSpPr>
          <p:nvPr>
            <p:ph type="title"/>
          </p:nvPr>
        </p:nvSpPr>
        <p:spPr>
          <a:xfrm>
            <a:off x="1937657" y="478972"/>
            <a:ext cx="6353483" cy="696685"/>
          </a:xfrm>
        </p:spPr>
        <p:txBody>
          <a:bodyPr>
            <a:noAutofit/>
          </a:bodyPr>
          <a:lstStyle/>
          <a:p>
            <a:r>
              <a:rPr lang="en-IN" sz="2800" b="1" dirty="0">
                <a:solidFill>
                  <a:schemeClr val="tx1"/>
                </a:solidFill>
              </a:rPr>
              <a:t>What is </a:t>
            </a:r>
            <a:r>
              <a:rPr lang="en-IN" sz="2800" b="1" dirty="0">
                <a:solidFill>
                  <a:schemeClr val="tx1"/>
                </a:solidFill>
                <a:latin typeface="Arial" panose="020B0604020202020204" pitchFamily="34" charset="0"/>
                <a:cs typeface="Arial" panose="020B0604020202020204" pitchFamily="34" charset="0"/>
              </a:rPr>
              <a:t>Information</a:t>
            </a:r>
            <a:r>
              <a:rPr lang="en-IN" sz="2800" b="1" dirty="0">
                <a:solidFill>
                  <a:schemeClr val="tx1"/>
                </a:solidFill>
              </a:rPr>
              <a:t> Technology?</a:t>
            </a:r>
          </a:p>
        </p:txBody>
      </p:sp>
      <p:sp>
        <p:nvSpPr>
          <p:cNvPr id="3" name="Content Placeholder 2">
            <a:extLst>
              <a:ext uri="{FF2B5EF4-FFF2-40B4-BE49-F238E27FC236}">
                <a16:creationId xmlns:a16="http://schemas.microsoft.com/office/drawing/2014/main" id="{CED4CE57-8D68-364B-00E0-6D66FF75C700}"/>
              </a:ext>
            </a:extLst>
          </p:cNvPr>
          <p:cNvSpPr>
            <a:spLocks noGrp="1"/>
          </p:cNvSpPr>
          <p:nvPr>
            <p:ph idx="1"/>
          </p:nvPr>
        </p:nvSpPr>
        <p:spPr>
          <a:xfrm>
            <a:off x="1215146" y="1175657"/>
            <a:ext cx="7798504" cy="5758543"/>
          </a:xfrm>
        </p:spPr>
        <p:txBody>
          <a:bodyPr>
            <a:normAutofit/>
          </a:bodyPr>
          <a:lstStyle/>
          <a:p>
            <a:pPr marL="0" indent="0">
              <a:buNone/>
            </a:pPr>
            <a:r>
              <a:rPr lang="en-US" sz="1800" b="1" dirty="0">
                <a:latin typeface="Arial" panose="020B0604020202020204" pitchFamily="34" charset="0"/>
                <a:cs typeface="Arial" panose="020B0604020202020204" pitchFamily="34" charset="0"/>
              </a:rPr>
              <a:t>                                                                                                   </a:t>
            </a:r>
          </a:p>
          <a:p>
            <a:pPr marL="0" indent="0">
              <a:buNone/>
            </a:pPr>
            <a:r>
              <a:rPr lang="en-US" sz="2000" b="1" dirty="0">
                <a:latin typeface="Arial" panose="020B0604020202020204" pitchFamily="34" charset="0"/>
                <a:cs typeface="Arial" panose="020B0604020202020204" pitchFamily="34" charset="0"/>
              </a:rPr>
              <a:t>Information Technology (IT)</a:t>
            </a:r>
            <a:r>
              <a:rPr lang="en-US" sz="2000" dirty="0">
                <a:latin typeface="Arial" panose="020B0604020202020204" pitchFamily="34" charset="0"/>
                <a:cs typeface="Arial" panose="020B0604020202020204" pitchFamily="34" charset="0"/>
              </a:rPr>
              <a:t> refers to the </a:t>
            </a:r>
            <a:r>
              <a:rPr lang="en-US" sz="2000" b="1" dirty="0">
                <a:latin typeface="Arial" panose="020B0604020202020204" pitchFamily="34" charset="0"/>
                <a:cs typeface="Arial" panose="020B0604020202020204" pitchFamily="34" charset="0"/>
              </a:rPr>
              <a:t>use of computers, software, networks, and other digital systems</a:t>
            </a:r>
            <a:r>
              <a:rPr lang="en-US" sz="2000" dirty="0">
                <a:latin typeface="Arial" panose="020B0604020202020204" pitchFamily="34" charset="0"/>
                <a:cs typeface="Arial" panose="020B0604020202020204" pitchFamily="34" charset="0"/>
              </a:rPr>
              <a:t> to </a:t>
            </a:r>
            <a:r>
              <a:rPr lang="en-US" sz="2000" b="1" dirty="0">
                <a:latin typeface="Arial" panose="020B0604020202020204" pitchFamily="34" charset="0"/>
                <a:cs typeface="Arial" panose="020B0604020202020204" pitchFamily="34" charset="0"/>
              </a:rPr>
              <a:t>store, process, transmit, and manage information</a:t>
            </a:r>
            <a:r>
              <a:rPr lang="en-US" sz="2000" dirty="0">
                <a:latin typeface="Arial" panose="020B0604020202020204" pitchFamily="34" charset="0"/>
                <a:cs typeface="Arial" panose="020B0604020202020204" pitchFamily="34" charset="0"/>
              </a:rPr>
              <a:t>.</a:t>
            </a:r>
          </a:p>
          <a:p>
            <a:pPr marL="0" indent="0">
              <a:buNone/>
            </a:pPr>
            <a:endParaRPr lang="en-IN" sz="1800" b="1" dirty="0">
              <a:latin typeface="Arial" panose="020B0604020202020204" pitchFamily="34" charset="0"/>
              <a:cs typeface="Arial" panose="020B0604020202020204" pitchFamily="34" charset="0"/>
            </a:endParaRPr>
          </a:p>
          <a:p>
            <a:pPr marL="0" indent="0">
              <a:buNone/>
            </a:pPr>
            <a:endParaRPr lang="en-IN" sz="1800" b="1" dirty="0">
              <a:latin typeface="Arial" panose="020B0604020202020204" pitchFamily="34" charset="0"/>
              <a:cs typeface="Arial" panose="020B0604020202020204" pitchFamily="34" charset="0"/>
            </a:endParaRPr>
          </a:p>
          <a:p>
            <a:pPr marL="0" indent="0">
              <a:buNone/>
            </a:pPr>
            <a:endParaRPr lang="en-IN" sz="1800" b="1" dirty="0">
              <a:latin typeface="Arial" panose="020B0604020202020204" pitchFamily="34" charset="0"/>
              <a:cs typeface="Arial" panose="020B0604020202020204" pitchFamily="34" charset="0"/>
            </a:endParaRPr>
          </a:p>
          <a:p>
            <a:pPr marL="0" indent="0">
              <a:buNone/>
            </a:pPr>
            <a:r>
              <a:rPr lang="en-IN" sz="2000" b="1" dirty="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 </a:t>
            </a:r>
            <a:r>
              <a:rPr lang="en-IN" sz="2000" b="1" dirty="0">
                <a:latin typeface="Arial" panose="020B0604020202020204" pitchFamily="34" charset="0"/>
                <a:cs typeface="Arial" panose="020B0604020202020204" pitchFamily="34" charset="0"/>
              </a:rPr>
              <a:t>IT: </a:t>
            </a:r>
            <a:r>
              <a:rPr lang="en-US" sz="2000" dirty="0">
                <a:latin typeface="Arial" panose="020B0604020202020204" pitchFamily="34" charset="0"/>
                <a:cs typeface="Arial" panose="020B0604020202020204" pitchFamily="34" charset="0"/>
              </a:rPr>
              <a:t>The use and management of computer systems, networks, and software to store, process, and share information.</a:t>
            </a:r>
          </a:p>
          <a:p>
            <a:pPr marL="0" indent="0">
              <a:buNone/>
            </a:pPr>
            <a:r>
              <a:rPr lang="en-US" sz="2000" b="1" dirty="0">
                <a:latin typeface="Arial" panose="020B0604020202020204" pitchFamily="34" charset="0"/>
                <a:cs typeface="Arial" panose="020B0604020202020204" pitchFamily="34" charset="0"/>
              </a:rPr>
              <a:t>Computer Science: </a:t>
            </a:r>
            <a:r>
              <a:rPr lang="en-US" sz="2000" dirty="0">
                <a:latin typeface="Arial" panose="020B0604020202020204" pitchFamily="34" charset="0"/>
                <a:cs typeface="Arial" panose="020B0604020202020204" pitchFamily="34" charset="0"/>
              </a:rPr>
              <a:t>The study of computation, algorithms, and the design of computer systems and software.</a:t>
            </a:r>
            <a:endParaRPr lang="en-IN" sz="2000" dirty="0">
              <a:latin typeface="Arial" panose="020B0604020202020204" pitchFamily="34" charset="0"/>
              <a:cs typeface="Arial" panose="020B0604020202020204" pitchFamily="34" charset="0"/>
            </a:endParaRPr>
          </a:p>
          <a:p>
            <a:pPr marL="0" indent="0">
              <a:buNone/>
            </a:pPr>
            <a:endParaRPr lang="en-IN" sz="1800" dirty="0">
              <a:latin typeface="Arial" panose="020B0604020202020204" pitchFamily="34" charset="0"/>
              <a:cs typeface="Arial" panose="020B0604020202020204" pitchFamily="34" charset="0"/>
            </a:endParaRPr>
          </a:p>
        </p:txBody>
      </p:sp>
      <p:sp>
        <p:nvSpPr>
          <p:cNvPr id="4" name="Title 1">
            <a:extLst>
              <a:ext uri="{FF2B5EF4-FFF2-40B4-BE49-F238E27FC236}">
                <a16:creationId xmlns:a16="http://schemas.microsoft.com/office/drawing/2014/main" id="{8AC58D0D-D334-3C62-1F3E-D3A6C327D700}"/>
              </a:ext>
            </a:extLst>
          </p:cNvPr>
          <p:cNvSpPr txBox="1">
            <a:spLocks/>
          </p:cNvSpPr>
          <p:nvPr/>
        </p:nvSpPr>
        <p:spPr>
          <a:xfrm rot="10800000" flipV="1">
            <a:off x="2455605" y="2786744"/>
            <a:ext cx="4380271" cy="696685"/>
          </a:xfrm>
          <a:prstGeom prst="rect">
            <a:avLst/>
          </a:prstGeom>
        </p:spPr>
        <p:txBody>
          <a:bodyPr vert="horz" lIns="68580" tIns="34290" rIns="68580" bIns="34290" rtlCol="0" anchor="b">
            <a:normAutofit/>
          </a:bodyPr>
          <a:lst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r>
              <a:rPr lang="en-IN" sz="2400" b="1" dirty="0">
                <a:latin typeface="Arial" panose="020B0604020202020204" pitchFamily="34" charset="0"/>
                <a:cs typeface="Arial" panose="020B0604020202020204" pitchFamily="34" charset="0"/>
              </a:rPr>
              <a:t>IT vs. </a:t>
            </a:r>
            <a:r>
              <a:rPr lang="en-IN" sz="3000" b="1" dirty="0">
                <a:latin typeface="Arial" panose="020B0604020202020204" pitchFamily="34" charset="0"/>
                <a:cs typeface="Arial" panose="020B0604020202020204" pitchFamily="34" charset="0"/>
              </a:rPr>
              <a:t>Computer</a:t>
            </a:r>
            <a:r>
              <a:rPr lang="en-IN" sz="2400" b="1" dirty="0">
                <a:latin typeface="Arial" panose="020B0604020202020204" pitchFamily="34" charset="0"/>
                <a:cs typeface="Arial" panose="020B0604020202020204" pitchFamily="34" charset="0"/>
              </a:rPr>
              <a:t> Science:</a:t>
            </a:r>
          </a:p>
        </p:txBody>
      </p:sp>
    </p:spTree>
    <p:extLst>
      <p:ext uri="{BB962C8B-B14F-4D97-AF65-F5344CB8AC3E}">
        <p14:creationId xmlns:p14="http://schemas.microsoft.com/office/powerpoint/2010/main" val="1853867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3D7C6-FEEB-027D-553B-AA8341845E11}"/>
              </a:ext>
            </a:extLst>
          </p:cNvPr>
          <p:cNvSpPr>
            <a:spLocks noGrp="1"/>
          </p:cNvSpPr>
          <p:nvPr>
            <p:ph type="title"/>
          </p:nvPr>
        </p:nvSpPr>
        <p:spPr>
          <a:xfrm>
            <a:off x="1622322" y="381000"/>
            <a:ext cx="7663191" cy="740229"/>
          </a:xfrm>
        </p:spPr>
        <p:txBody>
          <a:bodyPr>
            <a:normAutofit/>
          </a:bodyPr>
          <a:lstStyle/>
          <a:p>
            <a:r>
              <a:rPr lang="en-IN" b="1" dirty="0">
                <a:solidFill>
                  <a:schemeClr val="tx1"/>
                </a:solidFill>
                <a:latin typeface="Arial" panose="020B0604020202020204" pitchFamily="34" charset="0"/>
                <a:cs typeface="Arial" panose="020B0604020202020204" pitchFamily="34" charset="0"/>
              </a:rPr>
              <a:t>Core Components of IT</a:t>
            </a:r>
          </a:p>
        </p:txBody>
      </p:sp>
      <p:sp>
        <p:nvSpPr>
          <p:cNvPr id="3" name="Content Placeholder 2">
            <a:extLst>
              <a:ext uri="{FF2B5EF4-FFF2-40B4-BE49-F238E27FC236}">
                <a16:creationId xmlns:a16="http://schemas.microsoft.com/office/drawing/2014/main" id="{9D676B7F-5BFB-18D9-EEF4-F6C7035B6B4B}"/>
              </a:ext>
            </a:extLst>
          </p:cNvPr>
          <p:cNvSpPr>
            <a:spLocks noGrp="1"/>
          </p:cNvSpPr>
          <p:nvPr>
            <p:ph idx="1"/>
          </p:nvPr>
        </p:nvSpPr>
        <p:spPr>
          <a:xfrm>
            <a:off x="1622322" y="1121229"/>
            <a:ext cx="7140119" cy="5508171"/>
          </a:xfrm>
        </p:spPr>
        <p:txBody>
          <a:bodyPr>
            <a:normAutofit/>
          </a:bodyPr>
          <a:lstStyle/>
          <a:p>
            <a:pPr lvl="0" eaLnBrk="0" fontAlgn="base" hangingPunct="0">
              <a:lnSpc>
                <a:spcPct val="150000"/>
              </a:lnSpc>
              <a:spcBef>
                <a:spcPct val="0"/>
              </a:spcBef>
              <a:spcAft>
                <a:spcPct val="0"/>
              </a:spcAft>
              <a:buClrTx/>
              <a:buSzTx/>
              <a:buFont typeface="Wingdings" panose="05000000000000000000" pitchFamily="2" charset="2"/>
              <a:buChar char="§"/>
            </a:pPr>
            <a:r>
              <a:rPr lang="en-US" altLang="en-US" sz="2000" b="1" dirty="0">
                <a:latin typeface="Arial" panose="020B0604020202020204" pitchFamily="34" charset="0"/>
              </a:rPr>
              <a:t>Hardware</a:t>
            </a:r>
            <a:r>
              <a:rPr lang="en-US" altLang="en-US" sz="2000" dirty="0">
                <a:latin typeface="Arial" panose="020B0604020202020204" pitchFamily="34" charset="0"/>
              </a:rPr>
              <a:t> – Physical devices (computers, servers, routers, etc.)</a:t>
            </a:r>
          </a:p>
          <a:p>
            <a:pPr lvl="0" eaLnBrk="0" fontAlgn="base" hangingPunct="0">
              <a:lnSpc>
                <a:spcPct val="150000"/>
              </a:lnSpc>
              <a:spcBef>
                <a:spcPct val="0"/>
              </a:spcBef>
              <a:spcAft>
                <a:spcPct val="0"/>
              </a:spcAft>
              <a:buClrTx/>
              <a:buSzTx/>
              <a:buFont typeface="Wingdings" panose="05000000000000000000" pitchFamily="2" charset="2"/>
              <a:buChar char="§"/>
            </a:pPr>
            <a:r>
              <a:rPr lang="en-US" altLang="en-US" sz="2000" b="1" dirty="0">
                <a:latin typeface="Arial" panose="020B0604020202020204" pitchFamily="34" charset="0"/>
              </a:rPr>
              <a:t>Software</a:t>
            </a:r>
            <a:r>
              <a:rPr lang="en-US" altLang="en-US" sz="2000" dirty="0">
                <a:latin typeface="Arial" panose="020B0604020202020204" pitchFamily="34" charset="0"/>
              </a:rPr>
              <a:t> – Programs and operating systems that run on hardware</a:t>
            </a:r>
          </a:p>
          <a:p>
            <a:pPr lvl="0" eaLnBrk="0" fontAlgn="base" hangingPunct="0">
              <a:lnSpc>
                <a:spcPct val="150000"/>
              </a:lnSpc>
              <a:spcBef>
                <a:spcPct val="0"/>
              </a:spcBef>
              <a:spcAft>
                <a:spcPct val="0"/>
              </a:spcAft>
              <a:buClrTx/>
              <a:buSzTx/>
              <a:buFont typeface="Wingdings" panose="05000000000000000000" pitchFamily="2" charset="2"/>
              <a:buChar char="§"/>
            </a:pPr>
            <a:r>
              <a:rPr lang="en-US" altLang="en-US" sz="2000" b="1" dirty="0">
                <a:latin typeface="Arial" panose="020B0604020202020204" pitchFamily="34" charset="0"/>
              </a:rPr>
              <a:t>Networking</a:t>
            </a:r>
            <a:r>
              <a:rPr lang="en-US" altLang="en-US" sz="2000" dirty="0">
                <a:latin typeface="Arial" panose="020B0604020202020204" pitchFamily="34" charset="0"/>
              </a:rPr>
              <a:t> – Connecting systems for data sharing (Internet, LAN, WAN)</a:t>
            </a:r>
          </a:p>
          <a:p>
            <a:pPr lvl="0" eaLnBrk="0" fontAlgn="base" hangingPunct="0">
              <a:lnSpc>
                <a:spcPct val="150000"/>
              </a:lnSpc>
              <a:spcBef>
                <a:spcPct val="0"/>
              </a:spcBef>
              <a:spcAft>
                <a:spcPct val="0"/>
              </a:spcAft>
              <a:buClrTx/>
              <a:buSzTx/>
              <a:buFont typeface="Wingdings" panose="05000000000000000000" pitchFamily="2" charset="2"/>
              <a:buChar char="§"/>
            </a:pPr>
            <a:r>
              <a:rPr lang="en-US" altLang="en-US" sz="2000" b="1" dirty="0">
                <a:latin typeface="Arial" panose="020B0604020202020204" pitchFamily="34" charset="0"/>
              </a:rPr>
              <a:t>Data</a:t>
            </a:r>
            <a:r>
              <a:rPr lang="en-US" altLang="en-US" sz="2000" dirty="0">
                <a:latin typeface="Arial" panose="020B0604020202020204" pitchFamily="34" charset="0"/>
              </a:rPr>
              <a:t> – The raw facts that are processed into meaningful information</a:t>
            </a:r>
          </a:p>
          <a:p>
            <a:pPr lvl="0" eaLnBrk="0" fontAlgn="base" hangingPunct="0">
              <a:lnSpc>
                <a:spcPct val="150000"/>
              </a:lnSpc>
              <a:spcBef>
                <a:spcPct val="0"/>
              </a:spcBef>
              <a:spcAft>
                <a:spcPct val="0"/>
              </a:spcAft>
              <a:buClrTx/>
              <a:buSzTx/>
              <a:buFont typeface="Wingdings" panose="05000000000000000000" pitchFamily="2" charset="2"/>
              <a:buChar char="§"/>
            </a:pPr>
            <a:r>
              <a:rPr lang="en-US" altLang="en-US" sz="2000" b="1" dirty="0">
                <a:latin typeface="Arial" panose="020B0604020202020204" pitchFamily="34" charset="0"/>
              </a:rPr>
              <a:t>People and Processes</a:t>
            </a:r>
            <a:r>
              <a:rPr lang="en-US" altLang="en-US" sz="2000" dirty="0">
                <a:latin typeface="Arial" panose="020B0604020202020204" pitchFamily="34" charset="0"/>
              </a:rPr>
              <a:t> – Users, IT professionals, and workflows managing systems</a:t>
            </a:r>
          </a:p>
          <a:p>
            <a:pPr marL="0" indent="0">
              <a:buNone/>
            </a:pPr>
            <a:endParaRPr lang="en-US" sz="1800" dirty="0"/>
          </a:p>
        </p:txBody>
      </p:sp>
    </p:spTree>
    <p:extLst>
      <p:ext uri="{BB962C8B-B14F-4D97-AF65-F5344CB8AC3E}">
        <p14:creationId xmlns:p14="http://schemas.microsoft.com/office/powerpoint/2010/main" val="3169968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4BA7A38-710B-BB3A-C3C9-7B5613D3464C}"/>
              </a:ext>
            </a:extLst>
          </p:cNvPr>
          <p:cNvSpPr>
            <a:spLocks noGrp="1"/>
          </p:cNvSpPr>
          <p:nvPr>
            <p:ph type="body" idx="1"/>
          </p:nvPr>
        </p:nvSpPr>
        <p:spPr>
          <a:xfrm>
            <a:off x="1625947" y="576943"/>
            <a:ext cx="2804539" cy="966107"/>
          </a:xfrm>
        </p:spPr>
        <p:txBody>
          <a:bodyPr/>
          <a:lstStyle/>
          <a:p>
            <a:r>
              <a:rPr lang="en-IN" b="1" dirty="0">
                <a:solidFill>
                  <a:schemeClr val="tx1"/>
                </a:solidFill>
              </a:rPr>
              <a:t>Importance of IT:</a:t>
            </a:r>
            <a:endParaRPr lang="en-IN" dirty="0"/>
          </a:p>
        </p:txBody>
      </p:sp>
      <p:sp>
        <p:nvSpPr>
          <p:cNvPr id="4" name="Content Placeholder 3">
            <a:extLst>
              <a:ext uri="{FF2B5EF4-FFF2-40B4-BE49-F238E27FC236}">
                <a16:creationId xmlns:a16="http://schemas.microsoft.com/office/drawing/2014/main" id="{AED6EDD4-28E6-DAD2-1552-AC2C36824BF0}"/>
              </a:ext>
            </a:extLst>
          </p:cNvPr>
          <p:cNvSpPr>
            <a:spLocks noGrp="1"/>
          </p:cNvSpPr>
          <p:nvPr>
            <p:ph sz="half" idx="2"/>
          </p:nvPr>
        </p:nvSpPr>
        <p:spPr>
          <a:xfrm>
            <a:off x="1151021" y="1687286"/>
            <a:ext cx="3456432" cy="5170714"/>
          </a:xfrm>
        </p:spPr>
        <p:txBody>
          <a:bodyPr>
            <a:normAutofit/>
          </a:bodyPr>
          <a:lstStyle/>
          <a:p>
            <a:pPr>
              <a:buClr>
                <a:schemeClr val="tx1"/>
              </a:buClr>
              <a:buFont typeface="Wingdings" panose="05000000000000000000" pitchFamily="2" charset="2"/>
              <a:buChar char="§"/>
            </a:pPr>
            <a:r>
              <a:rPr lang="en-US" b="1" dirty="0"/>
              <a:t>Automation</a:t>
            </a:r>
            <a:r>
              <a:rPr lang="en-US" dirty="0"/>
              <a:t> of tasks and operations</a:t>
            </a:r>
          </a:p>
          <a:p>
            <a:pPr>
              <a:buClr>
                <a:schemeClr val="tx1"/>
              </a:buClr>
              <a:buFont typeface="Wingdings" panose="05000000000000000000" pitchFamily="2" charset="2"/>
              <a:buChar char="§"/>
            </a:pPr>
            <a:r>
              <a:rPr lang="en-US" b="1" dirty="0"/>
              <a:t>Efficient communication</a:t>
            </a:r>
            <a:r>
              <a:rPr lang="en-US" dirty="0"/>
              <a:t> (email, messaging, video calls)</a:t>
            </a:r>
          </a:p>
          <a:p>
            <a:pPr>
              <a:buClr>
                <a:schemeClr val="tx1"/>
              </a:buClr>
              <a:buFont typeface="Wingdings" panose="05000000000000000000" pitchFamily="2" charset="2"/>
              <a:buChar char="§"/>
            </a:pPr>
            <a:r>
              <a:rPr lang="en-US" b="1" dirty="0"/>
              <a:t>Data storage and analysis</a:t>
            </a:r>
            <a:r>
              <a:rPr lang="en-US" dirty="0"/>
              <a:t> for decision-making</a:t>
            </a:r>
          </a:p>
          <a:p>
            <a:pPr>
              <a:buClr>
                <a:schemeClr val="tx1"/>
              </a:buClr>
              <a:buFont typeface="Wingdings" panose="05000000000000000000" pitchFamily="2" charset="2"/>
              <a:buChar char="§"/>
            </a:pPr>
            <a:r>
              <a:rPr lang="en-US" b="1" dirty="0"/>
              <a:t>Global connectivity</a:t>
            </a:r>
            <a:r>
              <a:rPr lang="en-US" dirty="0"/>
              <a:t> through the internet</a:t>
            </a:r>
          </a:p>
          <a:p>
            <a:pPr>
              <a:buClr>
                <a:schemeClr val="tx1"/>
              </a:buClr>
              <a:buFont typeface="Wingdings" panose="05000000000000000000" pitchFamily="2" charset="2"/>
              <a:buChar char="§"/>
            </a:pPr>
            <a:r>
              <a:rPr lang="en-US" b="1" dirty="0"/>
              <a:t>Innovation</a:t>
            </a:r>
            <a:r>
              <a:rPr lang="en-US" dirty="0"/>
              <a:t> in fields like healthcare, finance, education, and entertainment</a:t>
            </a:r>
          </a:p>
          <a:p>
            <a:endParaRPr lang="en-IN" dirty="0"/>
          </a:p>
        </p:txBody>
      </p:sp>
      <p:sp>
        <p:nvSpPr>
          <p:cNvPr id="5" name="Text Placeholder 4">
            <a:extLst>
              <a:ext uri="{FF2B5EF4-FFF2-40B4-BE49-F238E27FC236}">
                <a16:creationId xmlns:a16="http://schemas.microsoft.com/office/drawing/2014/main" id="{0D2BCC82-EAE6-6A29-094A-BBFCEACEEED8}"/>
              </a:ext>
            </a:extLst>
          </p:cNvPr>
          <p:cNvSpPr>
            <a:spLocks noGrp="1"/>
          </p:cNvSpPr>
          <p:nvPr>
            <p:ph type="body" sz="quarter" idx="3"/>
          </p:nvPr>
        </p:nvSpPr>
        <p:spPr>
          <a:xfrm>
            <a:off x="4841093" y="998152"/>
            <a:ext cx="3456432" cy="544898"/>
          </a:xfrm>
        </p:spPr>
        <p:txBody>
          <a:bodyPr/>
          <a:lstStyle/>
          <a:p>
            <a:r>
              <a:rPr lang="en-IN" b="1" dirty="0">
                <a:solidFill>
                  <a:schemeClr val="tx1"/>
                </a:solidFill>
              </a:rPr>
              <a:t>Computer Hardware:</a:t>
            </a:r>
            <a:endParaRPr lang="en-IN" dirty="0"/>
          </a:p>
        </p:txBody>
      </p:sp>
      <p:sp>
        <p:nvSpPr>
          <p:cNvPr id="6" name="Content Placeholder 5">
            <a:extLst>
              <a:ext uri="{FF2B5EF4-FFF2-40B4-BE49-F238E27FC236}">
                <a16:creationId xmlns:a16="http://schemas.microsoft.com/office/drawing/2014/main" id="{78C58134-D1A1-ADDF-6DAB-E7BC6FA0660D}"/>
              </a:ext>
            </a:extLst>
          </p:cNvPr>
          <p:cNvSpPr>
            <a:spLocks noGrp="1"/>
          </p:cNvSpPr>
          <p:nvPr>
            <p:ph sz="quarter" idx="4"/>
          </p:nvPr>
        </p:nvSpPr>
        <p:spPr>
          <a:xfrm>
            <a:off x="4841094" y="1687286"/>
            <a:ext cx="3456432" cy="4767943"/>
          </a:xfrm>
        </p:spPr>
        <p:txBody>
          <a:bodyPr>
            <a:normAutofit/>
          </a:bodyPr>
          <a:lstStyle/>
          <a:p>
            <a:pPr>
              <a:buClr>
                <a:schemeClr val="tx1"/>
              </a:buClr>
              <a:buFont typeface="Wingdings" panose="05000000000000000000" pitchFamily="2" charset="2"/>
              <a:buChar char="§"/>
              <a:defRPr sz="1800">
                <a:solidFill>
                  <a:srgbClr val="3C3C3C"/>
                </a:solidFill>
              </a:defRPr>
            </a:pPr>
            <a:r>
              <a:rPr lang="en-IN" b="1" dirty="0"/>
              <a:t>Input devices: </a:t>
            </a:r>
            <a:r>
              <a:rPr lang="en-IN" dirty="0"/>
              <a:t>Keyboard, Mouse, Scanner</a:t>
            </a:r>
          </a:p>
          <a:p>
            <a:pPr>
              <a:buClr>
                <a:schemeClr val="tx1"/>
              </a:buClr>
              <a:buFont typeface="Wingdings" panose="05000000000000000000" pitchFamily="2" charset="2"/>
              <a:buChar char="§"/>
              <a:defRPr sz="1800">
                <a:solidFill>
                  <a:srgbClr val="3C3C3C"/>
                </a:solidFill>
              </a:defRPr>
            </a:pPr>
            <a:r>
              <a:rPr lang="en-IN" b="1" dirty="0"/>
              <a:t>Output devices: </a:t>
            </a:r>
            <a:r>
              <a:rPr lang="en-IN" dirty="0"/>
              <a:t>Monitor, Printer, Speakers</a:t>
            </a:r>
          </a:p>
          <a:p>
            <a:pPr>
              <a:buClr>
                <a:schemeClr val="tx1"/>
              </a:buClr>
              <a:buFont typeface="Wingdings" panose="05000000000000000000" pitchFamily="2" charset="2"/>
              <a:buChar char="§"/>
              <a:defRPr sz="1800">
                <a:solidFill>
                  <a:srgbClr val="3C3C3C"/>
                </a:solidFill>
              </a:defRPr>
            </a:pPr>
            <a:r>
              <a:rPr lang="en-IN" b="1" dirty="0"/>
              <a:t>CPU: </a:t>
            </a:r>
            <a:r>
              <a:rPr lang="en-IN" dirty="0"/>
              <a:t>The brain of the computer (Control Unit + ALU)</a:t>
            </a:r>
          </a:p>
          <a:p>
            <a:pPr>
              <a:buClr>
                <a:schemeClr val="tx1"/>
              </a:buClr>
              <a:buFont typeface="Wingdings" panose="05000000000000000000" pitchFamily="2" charset="2"/>
              <a:buChar char="§"/>
              <a:defRPr sz="1800">
                <a:solidFill>
                  <a:srgbClr val="3C3C3C"/>
                </a:solidFill>
              </a:defRPr>
            </a:pPr>
            <a:r>
              <a:rPr lang="en-IN" b="1" dirty="0"/>
              <a:t>Memory: </a:t>
            </a:r>
            <a:r>
              <a:rPr lang="en-IN" dirty="0"/>
              <a:t>RAM (volatile) and ROM (non-volatile)</a:t>
            </a:r>
          </a:p>
          <a:p>
            <a:pPr>
              <a:buClr>
                <a:schemeClr val="tx1"/>
              </a:buClr>
              <a:buFont typeface="Wingdings" panose="05000000000000000000" pitchFamily="2" charset="2"/>
              <a:buChar char="§"/>
              <a:defRPr sz="1800">
                <a:solidFill>
                  <a:srgbClr val="3C3C3C"/>
                </a:solidFill>
              </a:defRPr>
            </a:pPr>
            <a:r>
              <a:rPr lang="en-IN" b="1" dirty="0"/>
              <a:t>Storage: </a:t>
            </a:r>
            <a:r>
              <a:rPr lang="en-IN" dirty="0"/>
              <a:t>Hard disks, SSDs, Optical drives</a:t>
            </a:r>
          </a:p>
          <a:p>
            <a:endParaRPr lang="en-IN" dirty="0"/>
          </a:p>
        </p:txBody>
      </p:sp>
    </p:spTree>
    <p:extLst>
      <p:ext uri="{BB962C8B-B14F-4D97-AF65-F5344CB8AC3E}">
        <p14:creationId xmlns:p14="http://schemas.microsoft.com/office/powerpoint/2010/main" val="1283443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6AF8FEB-D37E-3C69-984C-E62CB701AFEB}"/>
              </a:ext>
            </a:extLst>
          </p:cNvPr>
          <p:cNvSpPr>
            <a:spLocks noGrp="1"/>
          </p:cNvSpPr>
          <p:nvPr>
            <p:ph type="body" idx="1"/>
          </p:nvPr>
        </p:nvSpPr>
        <p:spPr>
          <a:xfrm>
            <a:off x="1151022" y="1332622"/>
            <a:ext cx="3180932" cy="398207"/>
          </a:xfrm>
        </p:spPr>
        <p:txBody>
          <a:bodyPr>
            <a:normAutofit fontScale="85000" lnSpcReduction="10000"/>
          </a:bodyPr>
          <a:lstStyle/>
          <a:p>
            <a:r>
              <a:rPr lang="en-IN" b="1" dirty="0">
                <a:solidFill>
                  <a:schemeClr val="tx1"/>
                </a:solidFill>
                <a:latin typeface="Arial" panose="020B0604020202020204" pitchFamily="34" charset="0"/>
                <a:cs typeface="Arial" panose="020B0604020202020204" pitchFamily="34" charset="0"/>
              </a:rPr>
              <a:t>Computer Software:</a:t>
            </a:r>
            <a:endParaRPr lang="en-IN"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9DB9B471-0A3B-E02D-9483-AD86C7C6A1E1}"/>
              </a:ext>
            </a:extLst>
          </p:cNvPr>
          <p:cNvSpPr>
            <a:spLocks noGrp="1"/>
          </p:cNvSpPr>
          <p:nvPr>
            <p:ph sz="half" idx="2"/>
          </p:nvPr>
        </p:nvSpPr>
        <p:spPr>
          <a:xfrm>
            <a:off x="1013272" y="1838018"/>
            <a:ext cx="3994157" cy="3760839"/>
          </a:xfrm>
        </p:spPr>
        <p:txBody>
          <a:bodyPr>
            <a:normAutofit fontScale="40000" lnSpcReduction="20000"/>
          </a:bodyPr>
          <a:lstStyle/>
          <a:p>
            <a:pPr>
              <a:buClr>
                <a:schemeClr val="tx1"/>
              </a:buClr>
              <a:buFont typeface="Wingdings" panose="05000000000000000000" pitchFamily="2" charset="2"/>
              <a:buChar char="§"/>
              <a:defRPr sz="1800">
                <a:solidFill>
                  <a:srgbClr val="3C3C3C"/>
                </a:solidFill>
              </a:defRPr>
            </a:pPr>
            <a:r>
              <a:rPr lang="en-IN" sz="5000" dirty="0">
                <a:latin typeface="Arial" panose="020B0604020202020204" pitchFamily="34" charset="0"/>
                <a:cs typeface="Arial" panose="020B0604020202020204" pitchFamily="34" charset="0"/>
              </a:rPr>
              <a:t>System Software – Operating systems (Windows, Linux, macOS)</a:t>
            </a:r>
          </a:p>
          <a:p>
            <a:pPr>
              <a:buClr>
                <a:schemeClr val="tx1"/>
              </a:buClr>
              <a:buFont typeface="Wingdings" panose="05000000000000000000" pitchFamily="2" charset="2"/>
              <a:buChar char="§"/>
              <a:defRPr sz="1800">
                <a:solidFill>
                  <a:srgbClr val="3C3C3C"/>
                </a:solidFill>
              </a:defRPr>
            </a:pPr>
            <a:r>
              <a:rPr lang="en-IN" sz="5000" dirty="0">
                <a:latin typeface="Arial" panose="020B0604020202020204" pitchFamily="34" charset="0"/>
                <a:cs typeface="Arial" panose="020B0604020202020204" pitchFamily="34" charset="0"/>
              </a:rPr>
              <a:t> Application Software – Tools for end users (MS Office, browsers, databases)</a:t>
            </a:r>
          </a:p>
          <a:p>
            <a:pPr>
              <a:buClr>
                <a:schemeClr val="tx1"/>
              </a:buClr>
              <a:buFont typeface="Wingdings" panose="05000000000000000000" pitchFamily="2" charset="2"/>
              <a:buChar char="§"/>
              <a:defRPr sz="1800">
                <a:solidFill>
                  <a:srgbClr val="3C3C3C"/>
                </a:solidFill>
              </a:defRPr>
            </a:pPr>
            <a:r>
              <a:rPr lang="en-IN" sz="5000" dirty="0">
                <a:latin typeface="Arial" panose="020B0604020202020204" pitchFamily="34" charset="0"/>
                <a:cs typeface="Arial" panose="020B0604020202020204" pitchFamily="34" charset="0"/>
              </a:rPr>
              <a:t> Utility Software – File management, antivirus, backup tools</a:t>
            </a:r>
          </a:p>
          <a:p>
            <a:endParaRPr lang="en-IN" dirty="0"/>
          </a:p>
        </p:txBody>
      </p:sp>
      <p:sp>
        <p:nvSpPr>
          <p:cNvPr id="5" name="Text Placeholder 4">
            <a:extLst>
              <a:ext uri="{FF2B5EF4-FFF2-40B4-BE49-F238E27FC236}">
                <a16:creationId xmlns:a16="http://schemas.microsoft.com/office/drawing/2014/main" id="{0CC552AB-A3D5-C3E2-0125-26C52A86C695}"/>
              </a:ext>
            </a:extLst>
          </p:cNvPr>
          <p:cNvSpPr>
            <a:spLocks noGrp="1"/>
          </p:cNvSpPr>
          <p:nvPr>
            <p:ph type="body" sz="quarter" idx="3"/>
          </p:nvPr>
        </p:nvSpPr>
        <p:spPr>
          <a:xfrm>
            <a:off x="4841093" y="1332621"/>
            <a:ext cx="3456432" cy="398207"/>
          </a:xfrm>
        </p:spPr>
        <p:txBody>
          <a:bodyPr>
            <a:normAutofit fontScale="85000" lnSpcReduction="10000"/>
          </a:bodyPr>
          <a:lstStyle/>
          <a:p>
            <a:r>
              <a:rPr lang="en-IN" b="1" dirty="0">
                <a:solidFill>
                  <a:schemeClr val="tx1"/>
                </a:solidFill>
                <a:latin typeface="Arial" panose="020B0604020202020204" pitchFamily="34" charset="0"/>
                <a:cs typeface="Arial" panose="020B0604020202020204" pitchFamily="34" charset="0"/>
              </a:rPr>
              <a:t>Networking</a:t>
            </a:r>
            <a:r>
              <a:rPr lang="en-IN" b="1" dirty="0">
                <a:solidFill>
                  <a:schemeClr val="tx1"/>
                </a:solidFill>
              </a:rPr>
              <a:t> and </a:t>
            </a:r>
            <a:r>
              <a:rPr lang="en-IN" b="1" dirty="0">
                <a:solidFill>
                  <a:schemeClr val="tx1"/>
                </a:solidFill>
                <a:latin typeface="Arial" panose="020B0604020202020204" pitchFamily="34" charset="0"/>
                <a:cs typeface="Arial" panose="020B0604020202020204" pitchFamily="34" charset="0"/>
              </a:rPr>
              <a:t>Internet</a:t>
            </a:r>
            <a:r>
              <a:rPr lang="en-IN" b="1" dirty="0">
                <a:solidFill>
                  <a:schemeClr val="tx1"/>
                </a:solidFill>
              </a:rPr>
              <a:t>:</a:t>
            </a:r>
            <a:endParaRPr lang="en-IN" dirty="0"/>
          </a:p>
        </p:txBody>
      </p:sp>
      <p:sp>
        <p:nvSpPr>
          <p:cNvPr id="6" name="Content Placeholder 5">
            <a:extLst>
              <a:ext uri="{FF2B5EF4-FFF2-40B4-BE49-F238E27FC236}">
                <a16:creationId xmlns:a16="http://schemas.microsoft.com/office/drawing/2014/main" id="{3E114606-A864-2619-694C-F345B270123F}"/>
              </a:ext>
            </a:extLst>
          </p:cNvPr>
          <p:cNvSpPr>
            <a:spLocks noGrp="1"/>
          </p:cNvSpPr>
          <p:nvPr>
            <p:ph sz="quarter" idx="4"/>
          </p:nvPr>
        </p:nvSpPr>
        <p:spPr>
          <a:xfrm>
            <a:off x="4922737" y="1729225"/>
            <a:ext cx="4221263" cy="3113379"/>
          </a:xfrm>
        </p:spPr>
        <p:txBody>
          <a:bodyPr>
            <a:normAutofit fontScale="40000" lnSpcReduction="20000"/>
          </a:bodyPr>
          <a:lstStyle/>
          <a:p>
            <a:pPr>
              <a:buClr>
                <a:schemeClr val="tx1"/>
              </a:buClr>
              <a:buFont typeface="Wingdings" panose="05000000000000000000" pitchFamily="2" charset="2"/>
              <a:buChar char="§"/>
              <a:defRPr sz="1800">
                <a:solidFill>
                  <a:srgbClr val="3C3C3C"/>
                </a:solidFill>
              </a:defRPr>
            </a:pPr>
            <a:r>
              <a:rPr lang="en-IN" sz="4200" dirty="0">
                <a:latin typeface="Arial" panose="020B0604020202020204" pitchFamily="34" charset="0"/>
                <a:cs typeface="Arial" panose="020B0604020202020204" pitchFamily="34" charset="0"/>
              </a:rPr>
              <a:t>Computer networks connect devices to share data and resources.</a:t>
            </a:r>
          </a:p>
          <a:p>
            <a:pPr>
              <a:buClr>
                <a:schemeClr val="tx1"/>
              </a:buClr>
              <a:buFont typeface="Wingdings" panose="05000000000000000000" pitchFamily="2" charset="2"/>
              <a:buChar char="§"/>
              <a:defRPr sz="1800">
                <a:solidFill>
                  <a:srgbClr val="3C3C3C"/>
                </a:solidFill>
              </a:defRPr>
            </a:pPr>
            <a:r>
              <a:rPr lang="en-IN" sz="4200" dirty="0">
                <a:latin typeface="Arial" panose="020B0604020202020204" pitchFamily="34" charset="0"/>
                <a:cs typeface="Arial" panose="020B0604020202020204" pitchFamily="34" charset="0"/>
              </a:rPr>
              <a:t>Types: LAN (Local), MAN (Metropolitan), WAN (Wide Area), PAN (Personal)</a:t>
            </a:r>
          </a:p>
          <a:p>
            <a:pPr>
              <a:buClr>
                <a:schemeClr val="tx1"/>
              </a:buClr>
              <a:buFont typeface="Wingdings" panose="05000000000000000000" pitchFamily="2" charset="2"/>
              <a:buChar char="§"/>
              <a:defRPr sz="1800">
                <a:solidFill>
                  <a:srgbClr val="3C3C3C"/>
                </a:solidFill>
              </a:defRPr>
            </a:pPr>
            <a:r>
              <a:rPr lang="en-IN" sz="4200" dirty="0">
                <a:latin typeface="Arial" panose="020B0604020202020204" pitchFamily="34" charset="0"/>
                <a:cs typeface="Arial" panose="020B0604020202020204" pitchFamily="34" charset="0"/>
              </a:rPr>
              <a:t>Internet: A global network enabling email, web browsing, and communication.</a:t>
            </a:r>
          </a:p>
          <a:p>
            <a:pPr>
              <a:buClr>
                <a:schemeClr val="tx1"/>
              </a:buClr>
              <a:buFont typeface="Wingdings" panose="05000000000000000000" pitchFamily="2" charset="2"/>
              <a:buChar char="§"/>
              <a:defRPr sz="1800">
                <a:solidFill>
                  <a:srgbClr val="3C3C3C"/>
                </a:solidFill>
              </a:defRPr>
            </a:pPr>
            <a:r>
              <a:rPr lang="en-IN" sz="4200" dirty="0">
                <a:latin typeface="Arial" panose="020B0604020202020204" pitchFamily="34" charset="0"/>
                <a:cs typeface="Arial" panose="020B0604020202020204" pitchFamily="34" charset="0"/>
              </a:rPr>
              <a:t>Network Devices: Router, Switch, Hub, Modem, Access Point</a:t>
            </a:r>
          </a:p>
          <a:p>
            <a:endParaRPr lang="en-IN" dirty="0"/>
          </a:p>
        </p:txBody>
      </p:sp>
    </p:spTree>
    <p:extLst>
      <p:ext uri="{BB962C8B-B14F-4D97-AF65-F5344CB8AC3E}">
        <p14:creationId xmlns:p14="http://schemas.microsoft.com/office/powerpoint/2010/main" val="2473894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4D37E2-A571-E982-36B4-E89E981C59EF}"/>
              </a:ext>
            </a:extLst>
          </p:cNvPr>
          <p:cNvSpPr>
            <a:spLocks noGrp="1"/>
          </p:cNvSpPr>
          <p:nvPr>
            <p:ph type="body" idx="1"/>
          </p:nvPr>
        </p:nvSpPr>
        <p:spPr>
          <a:xfrm>
            <a:off x="1045028" y="1153886"/>
            <a:ext cx="3831517" cy="947057"/>
          </a:xfrm>
        </p:spPr>
        <p:txBody>
          <a:bodyPr>
            <a:normAutofit/>
          </a:bodyPr>
          <a:lstStyle/>
          <a:p>
            <a:r>
              <a:rPr lang="en-IN" sz="2000" b="1" dirty="0">
                <a:solidFill>
                  <a:schemeClr val="tx1"/>
                </a:solidFill>
                <a:latin typeface="Arial" panose="020B0604020202020204" pitchFamily="34" charset="0"/>
                <a:cs typeface="Arial" panose="020B0604020202020204" pitchFamily="34" charset="0"/>
              </a:rPr>
              <a:t>Database</a:t>
            </a:r>
            <a:r>
              <a:rPr lang="en-IN" sz="2000" b="1" dirty="0">
                <a:solidFill>
                  <a:schemeClr val="tx1"/>
                </a:solidFill>
              </a:rPr>
              <a:t> Management Systems (DBMS):</a:t>
            </a:r>
            <a:endParaRPr lang="en-IN" sz="2000" dirty="0"/>
          </a:p>
        </p:txBody>
      </p:sp>
      <p:sp>
        <p:nvSpPr>
          <p:cNvPr id="4" name="Content Placeholder 3">
            <a:extLst>
              <a:ext uri="{FF2B5EF4-FFF2-40B4-BE49-F238E27FC236}">
                <a16:creationId xmlns:a16="http://schemas.microsoft.com/office/drawing/2014/main" id="{CB55C6D3-327F-384C-5D92-83F267295E2C}"/>
              </a:ext>
            </a:extLst>
          </p:cNvPr>
          <p:cNvSpPr>
            <a:spLocks noGrp="1"/>
          </p:cNvSpPr>
          <p:nvPr>
            <p:ph sz="half" idx="2"/>
          </p:nvPr>
        </p:nvSpPr>
        <p:spPr>
          <a:xfrm>
            <a:off x="1009574" y="2385388"/>
            <a:ext cx="3562426" cy="2584292"/>
          </a:xfrm>
        </p:spPr>
        <p:txBody>
          <a:bodyPr>
            <a:normAutofit fontScale="25000" lnSpcReduction="20000"/>
          </a:bodyPr>
          <a:lstStyle/>
          <a:p>
            <a:pPr>
              <a:buClr>
                <a:schemeClr val="tx1"/>
              </a:buClr>
              <a:buFont typeface="Wingdings" panose="05000000000000000000" pitchFamily="2" charset="2"/>
              <a:buChar char="§"/>
              <a:defRPr sz="1800">
                <a:solidFill>
                  <a:srgbClr val="3C3C3C"/>
                </a:solidFill>
              </a:defRPr>
            </a:pPr>
            <a:r>
              <a:rPr lang="en-IN" sz="8000" dirty="0">
                <a:latin typeface="Arial" panose="020B0604020202020204" pitchFamily="34" charset="0"/>
                <a:cs typeface="Arial" panose="020B0604020202020204" pitchFamily="34" charset="0"/>
              </a:rPr>
              <a:t>Database: Structured data organized for quick access and management.</a:t>
            </a:r>
          </a:p>
          <a:p>
            <a:pPr>
              <a:buClr>
                <a:schemeClr val="tx1"/>
              </a:buClr>
              <a:buFont typeface="Wingdings" panose="05000000000000000000" pitchFamily="2" charset="2"/>
              <a:buChar char="§"/>
              <a:defRPr sz="1800">
                <a:solidFill>
                  <a:srgbClr val="3C3C3C"/>
                </a:solidFill>
              </a:defRPr>
            </a:pPr>
            <a:r>
              <a:rPr lang="en-IN" sz="8000" dirty="0">
                <a:latin typeface="Arial" panose="020B0604020202020204" pitchFamily="34" charset="0"/>
                <a:cs typeface="Arial" panose="020B0604020202020204" pitchFamily="34" charset="0"/>
              </a:rPr>
              <a:t>DBMS Examples: MySQL, Oracle, SQL Server</a:t>
            </a:r>
          </a:p>
          <a:p>
            <a:pPr>
              <a:buClr>
                <a:schemeClr val="tx1"/>
              </a:buClr>
              <a:buFont typeface="Wingdings" panose="05000000000000000000" pitchFamily="2" charset="2"/>
              <a:buChar char="§"/>
              <a:defRPr sz="1800">
                <a:solidFill>
                  <a:srgbClr val="3C3C3C"/>
                </a:solidFill>
              </a:defRPr>
            </a:pPr>
            <a:r>
              <a:rPr lang="en-IN" sz="8000" dirty="0">
                <a:latin typeface="Arial" panose="020B0604020202020204" pitchFamily="34" charset="0"/>
                <a:cs typeface="Arial" panose="020B0604020202020204" pitchFamily="34" charset="0"/>
              </a:rPr>
              <a:t>SQL: Structured Query Language for managing databases.</a:t>
            </a:r>
          </a:p>
          <a:p>
            <a:pPr>
              <a:buClr>
                <a:schemeClr val="tx1"/>
              </a:buClr>
              <a:buFont typeface="Wingdings" panose="05000000000000000000" pitchFamily="2" charset="2"/>
              <a:buChar char="§"/>
              <a:defRPr sz="1800">
                <a:solidFill>
                  <a:srgbClr val="3C3C3C"/>
                </a:solidFill>
              </a:defRPr>
            </a:pPr>
            <a:r>
              <a:rPr lang="en-IN" sz="8000" dirty="0">
                <a:latin typeface="Arial" panose="020B0604020202020204" pitchFamily="34" charset="0"/>
                <a:cs typeface="Arial" panose="020B0604020202020204" pitchFamily="34" charset="0"/>
              </a:rPr>
              <a:t>Importance: Data integrity, security, and scalability.</a:t>
            </a:r>
          </a:p>
          <a:p>
            <a:endParaRPr lang="en-IN" dirty="0"/>
          </a:p>
        </p:txBody>
      </p:sp>
      <p:sp>
        <p:nvSpPr>
          <p:cNvPr id="5" name="Text Placeholder 4">
            <a:extLst>
              <a:ext uri="{FF2B5EF4-FFF2-40B4-BE49-F238E27FC236}">
                <a16:creationId xmlns:a16="http://schemas.microsoft.com/office/drawing/2014/main" id="{350C354A-529B-5AD2-E4D2-B57E52D34C82}"/>
              </a:ext>
            </a:extLst>
          </p:cNvPr>
          <p:cNvSpPr>
            <a:spLocks noGrp="1"/>
          </p:cNvSpPr>
          <p:nvPr>
            <p:ph type="body" sz="quarter" idx="3"/>
          </p:nvPr>
        </p:nvSpPr>
        <p:spPr>
          <a:xfrm>
            <a:off x="4876545" y="1427446"/>
            <a:ext cx="4441626" cy="673498"/>
          </a:xfrm>
        </p:spPr>
        <p:txBody>
          <a:bodyPr>
            <a:normAutofit/>
          </a:bodyPr>
          <a:lstStyle/>
          <a:p>
            <a:r>
              <a:rPr lang="en-IN" sz="2000" b="1" dirty="0">
                <a:solidFill>
                  <a:schemeClr val="tx1"/>
                </a:solidFill>
                <a:latin typeface="Arial" panose="020B0604020202020204" pitchFamily="34" charset="0"/>
                <a:cs typeface="Arial" panose="020B0604020202020204" pitchFamily="34" charset="0"/>
              </a:rPr>
              <a:t>Information</a:t>
            </a:r>
            <a:r>
              <a:rPr lang="en-IN" sz="1800" b="1" dirty="0">
                <a:solidFill>
                  <a:schemeClr val="tx1"/>
                </a:solidFill>
                <a:latin typeface="Arial" panose="020B0604020202020204" pitchFamily="34" charset="0"/>
                <a:cs typeface="Arial" panose="020B0604020202020204" pitchFamily="34" charset="0"/>
              </a:rPr>
              <a:t> Security and Cybersecurity:</a:t>
            </a:r>
            <a:endParaRPr lang="en-IN"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56D010FF-7774-D07B-4695-2CFD4193B903}"/>
              </a:ext>
            </a:extLst>
          </p:cNvPr>
          <p:cNvSpPr>
            <a:spLocks noGrp="1"/>
          </p:cNvSpPr>
          <p:nvPr>
            <p:ph sz="quarter" idx="4"/>
          </p:nvPr>
        </p:nvSpPr>
        <p:spPr>
          <a:xfrm>
            <a:off x="4922737" y="2374504"/>
            <a:ext cx="4221263" cy="3492896"/>
          </a:xfrm>
        </p:spPr>
        <p:txBody>
          <a:bodyPr>
            <a:normAutofit fontScale="25000" lnSpcReduction="20000"/>
          </a:bodyPr>
          <a:lstStyle/>
          <a:p>
            <a:pPr>
              <a:buClr>
                <a:schemeClr val="tx1"/>
              </a:buClr>
              <a:buFont typeface="Wingdings" panose="05000000000000000000" pitchFamily="2" charset="2"/>
              <a:buChar char="§"/>
              <a:defRPr sz="1800">
                <a:solidFill>
                  <a:srgbClr val="3C3C3C"/>
                </a:solidFill>
              </a:defRPr>
            </a:pPr>
            <a:r>
              <a:rPr lang="en-US" sz="8000" dirty="0">
                <a:latin typeface="Arial" panose="020B0604020202020204" pitchFamily="34" charset="0"/>
                <a:cs typeface="Arial" panose="020B0604020202020204" pitchFamily="34" charset="0"/>
              </a:rPr>
              <a:t>Protects data and systems from unauthorized access or damage.</a:t>
            </a:r>
          </a:p>
          <a:p>
            <a:pPr>
              <a:buClr>
                <a:schemeClr val="tx1"/>
              </a:buClr>
              <a:buFont typeface="Wingdings" panose="05000000000000000000" pitchFamily="2" charset="2"/>
              <a:buChar char="§"/>
              <a:defRPr sz="1800">
                <a:solidFill>
                  <a:srgbClr val="3C3C3C"/>
                </a:solidFill>
              </a:defRPr>
            </a:pPr>
            <a:r>
              <a:rPr lang="en-US" sz="8000" dirty="0">
                <a:latin typeface="Arial" panose="020B0604020202020204" pitchFamily="34" charset="0"/>
                <a:cs typeface="Arial" panose="020B0604020202020204" pitchFamily="34" charset="0"/>
              </a:rPr>
              <a:t>Threats: Viruses, Malware, Phishing, Ransomware</a:t>
            </a:r>
          </a:p>
          <a:p>
            <a:pPr>
              <a:buClr>
                <a:schemeClr val="tx1"/>
              </a:buClr>
              <a:buFont typeface="Wingdings" panose="05000000000000000000" pitchFamily="2" charset="2"/>
              <a:buChar char="§"/>
              <a:defRPr sz="1800">
                <a:solidFill>
                  <a:srgbClr val="3C3C3C"/>
                </a:solidFill>
              </a:defRPr>
            </a:pPr>
            <a:r>
              <a:rPr lang="en-US" sz="8000" dirty="0">
                <a:latin typeface="Arial" panose="020B0604020202020204" pitchFamily="34" charset="0"/>
                <a:cs typeface="Arial" panose="020B0604020202020204" pitchFamily="34" charset="0"/>
              </a:rPr>
              <a:t>Security Measures: Firewalls, Encryption, Authentication</a:t>
            </a:r>
          </a:p>
          <a:p>
            <a:pPr>
              <a:buClr>
                <a:schemeClr val="tx1"/>
              </a:buClr>
              <a:buFont typeface="Wingdings" panose="05000000000000000000" pitchFamily="2" charset="2"/>
              <a:buChar char="§"/>
              <a:defRPr sz="1800">
                <a:solidFill>
                  <a:srgbClr val="3C3C3C"/>
                </a:solidFill>
              </a:defRPr>
            </a:pPr>
            <a:r>
              <a:rPr lang="en-US" sz="8000" dirty="0">
                <a:latin typeface="Arial" panose="020B0604020202020204" pitchFamily="34" charset="0"/>
                <a:cs typeface="Arial" panose="020B0604020202020204" pitchFamily="34" charset="0"/>
              </a:rPr>
              <a:t>Policies: Data backup, user training, network monitoring.</a:t>
            </a:r>
          </a:p>
          <a:p>
            <a:endParaRPr lang="en-IN" dirty="0"/>
          </a:p>
        </p:txBody>
      </p:sp>
    </p:spTree>
    <p:extLst>
      <p:ext uri="{BB962C8B-B14F-4D97-AF65-F5344CB8AC3E}">
        <p14:creationId xmlns:p14="http://schemas.microsoft.com/office/powerpoint/2010/main" val="4151829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28C92D-32C6-B199-1B39-51605A3B5A92}"/>
              </a:ext>
            </a:extLst>
          </p:cNvPr>
          <p:cNvSpPr>
            <a:spLocks noGrp="1"/>
          </p:cNvSpPr>
          <p:nvPr>
            <p:ph type="body" idx="1"/>
          </p:nvPr>
        </p:nvSpPr>
        <p:spPr>
          <a:xfrm>
            <a:off x="1335532" y="1134835"/>
            <a:ext cx="3456432" cy="391886"/>
          </a:xfrm>
        </p:spPr>
        <p:txBody>
          <a:bodyPr>
            <a:normAutofit fontScale="92500" lnSpcReduction="20000"/>
          </a:bodyPr>
          <a:lstStyle/>
          <a:p>
            <a:r>
              <a:rPr lang="en-IN" sz="2600" b="1" dirty="0">
                <a:solidFill>
                  <a:schemeClr val="tx1"/>
                </a:solidFill>
                <a:latin typeface="Arial" panose="020B0604020202020204" pitchFamily="34" charset="0"/>
                <a:cs typeface="Arial" panose="020B0604020202020204" pitchFamily="34" charset="0"/>
              </a:rPr>
              <a:t>Cloud</a:t>
            </a:r>
            <a:r>
              <a:rPr lang="en-IN" b="1" dirty="0">
                <a:solidFill>
                  <a:schemeClr val="tx1"/>
                </a:solidFill>
              </a:rPr>
              <a:t> Computing:</a:t>
            </a:r>
            <a:endParaRPr lang="en-IN" dirty="0"/>
          </a:p>
        </p:txBody>
      </p:sp>
      <p:sp>
        <p:nvSpPr>
          <p:cNvPr id="4" name="Content Placeholder 3">
            <a:extLst>
              <a:ext uri="{FF2B5EF4-FFF2-40B4-BE49-F238E27FC236}">
                <a16:creationId xmlns:a16="http://schemas.microsoft.com/office/drawing/2014/main" id="{5839DD27-7A05-F99A-AF12-962D8AB144CA}"/>
              </a:ext>
            </a:extLst>
          </p:cNvPr>
          <p:cNvSpPr>
            <a:spLocks noGrp="1"/>
          </p:cNvSpPr>
          <p:nvPr>
            <p:ph sz="half" idx="2"/>
          </p:nvPr>
        </p:nvSpPr>
        <p:spPr>
          <a:xfrm>
            <a:off x="1151021" y="1649187"/>
            <a:ext cx="3456432" cy="2400299"/>
          </a:xfrm>
        </p:spPr>
        <p:txBody>
          <a:bodyPr>
            <a:normAutofit fontScale="25000" lnSpcReduction="20000"/>
          </a:bodyPr>
          <a:lstStyle/>
          <a:p>
            <a:pPr>
              <a:buClr>
                <a:schemeClr val="tx1"/>
              </a:buClr>
              <a:buFont typeface="Wingdings" panose="05000000000000000000" pitchFamily="2" charset="2"/>
              <a:buChar char="§"/>
              <a:defRPr sz="1800">
                <a:solidFill>
                  <a:srgbClr val="3C3C3C"/>
                </a:solidFill>
              </a:defRPr>
            </a:pPr>
            <a:r>
              <a:rPr lang="en-IN" sz="8000" dirty="0">
                <a:latin typeface="Arial" panose="020B0604020202020204" pitchFamily="34" charset="0"/>
                <a:cs typeface="Arial" panose="020B0604020202020204" pitchFamily="34" charset="0"/>
              </a:rPr>
              <a:t>Provides computing services (servers, storage, databases) over the Internet.</a:t>
            </a:r>
          </a:p>
          <a:p>
            <a:pPr>
              <a:buClr>
                <a:schemeClr val="tx1"/>
              </a:buClr>
              <a:buFont typeface="Wingdings" panose="05000000000000000000" pitchFamily="2" charset="2"/>
              <a:buChar char="§"/>
              <a:defRPr sz="1800">
                <a:solidFill>
                  <a:srgbClr val="3C3C3C"/>
                </a:solidFill>
              </a:defRPr>
            </a:pPr>
            <a:r>
              <a:rPr lang="en-IN" sz="8000" dirty="0">
                <a:latin typeface="Arial" panose="020B0604020202020204" pitchFamily="34" charset="0"/>
                <a:cs typeface="Arial" panose="020B0604020202020204" pitchFamily="34" charset="0"/>
              </a:rPr>
              <a:t>Models: IaaS, PaaS, SaaS</a:t>
            </a:r>
          </a:p>
          <a:p>
            <a:pPr>
              <a:buClr>
                <a:schemeClr val="tx1"/>
              </a:buClr>
              <a:buFont typeface="Wingdings" panose="05000000000000000000" pitchFamily="2" charset="2"/>
              <a:buChar char="§"/>
              <a:defRPr sz="1800">
                <a:solidFill>
                  <a:srgbClr val="3C3C3C"/>
                </a:solidFill>
              </a:defRPr>
            </a:pPr>
            <a:r>
              <a:rPr lang="en-IN" sz="8000" dirty="0">
                <a:latin typeface="Arial" panose="020B0604020202020204" pitchFamily="34" charset="0"/>
                <a:cs typeface="Arial" panose="020B0604020202020204" pitchFamily="34" charset="0"/>
              </a:rPr>
              <a:t>Benefits: Scalability, cost-efficiency, accessibility</a:t>
            </a:r>
          </a:p>
          <a:p>
            <a:pPr>
              <a:buClr>
                <a:schemeClr val="tx1"/>
              </a:buClr>
              <a:buFont typeface="Wingdings" panose="05000000000000000000" pitchFamily="2" charset="2"/>
              <a:buChar char="§"/>
              <a:defRPr sz="1800">
                <a:solidFill>
                  <a:srgbClr val="3C3C3C"/>
                </a:solidFill>
              </a:defRPr>
            </a:pPr>
            <a:r>
              <a:rPr lang="en-IN" sz="8000" dirty="0">
                <a:latin typeface="Arial" panose="020B0604020202020204" pitchFamily="34" charset="0"/>
                <a:cs typeface="Arial" panose="020B0604020202020204" pitchFamily="34" charset="0"/>
              </a:rPr>
              <a:t>Providers: AWS, Microsoft Azure, Google Cloud</a:t>
            </a:r>
          </a:p>
          <a:p>
            <a:endParaRPr lang="en-IN" dirty="0"/>
          </a:p>
        </p:txBody>
      </p:sp>
      <p:sp>
        <p:nvSpPr>
          <p:cNvPr id="5" name="Text Placeholder 4">
            <a:extLst>
              <a:ext uri="{FF2B5EF4-FFF2-40B4-BE49-F238E27FC236}">
                <a16:creationId xmlns:a16="http://schemas.microsoft.com/office/drawing/2014/main" id="{D1762391-48C5-11FE-F292-8FFBADE9402A}"/>
              </a:ext>
            </a:extLst>
          </p:cNvPr>
          <p:cNvSpPr>
            <a:spLocks noGrp="1"/>
          </p:cNvSpPr>
          <p:nvPr>
            <p:ph type="body" sz="quarter" idx="3"/>
          </p:nvPr>
        </p:nvSpPr>
        <p:spPr>
          <a:xfrm>
            <a:off x="4841093" y="1167493"/>
            <a:ext cx="4074307" cy="326572"/>
          </a:xfrm>
        </p:spPr>
        <p:txBody>
          <a:bodyPr>
            <a:normAutofit fontScale="92500" lnSpcReduction="20000"/>
          </a:bodyPr>
          <a:lstStyle/>
          <a:p>
            <a:r>
              <a:rPr lang="en-IN" sz="2000" b="1" dirty="0">
                <a:solidFill>
                  <a:schemeClr val="tx1"/>
                </a:solidFill>
                <a:latin typeface="Arial" panose="020B0604020202020204" pitchFamily="34" charset="0"/>
                <a:cs typeface="Arial" panose="020B0604020202020204" pitchFamily="34" charset="0"/>
              </a:rPr>
              <a:t>Emerging IT Technologies:</a:t>
            </a:r>
            <a:endParaRPr lang="en-IN" sz="2000"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09F17FC4-7360-9D6C-D8B6-0F25A0B2F467}"/>
              </a:ext>
            </a:extLst>
          </p:cNvPr>
          <p:cNvSpPr>
            <a:spLocks noGrp="1"/>
          </p:cNvSpPr>
          <p:nvPr>
            <p:ph sz="quarter" idx="4"/>
          </p:nvPr>
        </p:nvSpPr>
        <p:spPr>
          <a:xfrm>
            <a:off x="5150030" y="1665517"/>
            <a:ext cx="3456432" cy="2709776"/>
          </a:xfrm>
        </p:spPr>
        <p:txBody>
          <a:bodyPr>
            <a:normAutofit fontScale="25000" lnSpcReduction="20000"/>
          </a:bodyPr>
          <a:lstStyle/>
          <a:p>
            <a:pPr>
              <a:buClr>
                <a:schemeClr val="tx1"/>
              </a:buClr>
              <a:buFont typeface="Wingdings" panose="05000000000000000000" pitchFamily="2" charset="2"/>
              <a:buChar char="§"/>
              <a:defRPr sz="1800">
                <a:solidFill>
                  <a:srgbClr val="3C3C3C"/>
                </a:solidFill>
              </a:defRPr>
            </a:pPr>
            <a:r>
              <a:rPr lang="en-IN" sz="8000" dirty="0">
                <a:latin typeface="Arial" panose="020B0604020202020204" pitchFamily="34" charset="0"/>
                <a:cs typeface="Arial" panose="020B0604020202020204" pitchFamily="34" charset="0"/>
              </a:rPr>
              <a:t>Artificial Intelligence – Machine learning, automation, NLP</a:t>
            </a:r>
          </a:p>
          <a:p>
            <a:pPr>
              <a:buClr>
                <a:schemeClr val="tx1"/>
              </a:buClr>
              <a:buFont typeface="Wingdings" panose="05000000000000000000" pitchFamily="2" charset="2"/>
              <a:buChar char="§"/>
              <a:defRPr sz="1800">
                <a:solidFill>
                  <a:srgbClr val="3C3C3C"/>
                </a:solidFill>
              </a:defRPr>
            </a:pPr>
            <a:r>
              <a:rPr lang="en-IN" sz="8000" dirty="0">
                <a:latin typeface="Arial" panose="020B0604020202020204" pitchFamily="34" charset="0"/>
                <a:cs typeface="Arial" panose="020B0604020202020204" pitchFamily="34" charset="0"/>
              </a:rPr>
              <a:t> Internet of Things (IoT) – Smart devices connected via the Internet</a:t>
            </a:r>
          </a:p>
          <a:p>
            <a:pPr>
              <a:buClr>
                <a:schemeClr val="tx1"/>
              </a:buClr>
              <a:buFont typeface="Wingdings" panose="05000000000000000000" pitchFamily="2" charset="2"/>
              <a:buChar char="§"/>
              <a:defRPr sz="1800">
                <a:solidFill>
                  <a:srgbClr val="3C3C3C"/>
                </a:solidFill>
              </a:defRPr>
            </a:pPr>
            <a:r>
              <a:rPr lang="en-IN" sz="8000" dirty="0">
                <a:latin typeface="Arial" panose="020B0604020202020204" pitchFamily="34" charset="0"/>
                <a:cs typeface="Arial" panose="020B0604020202020204" pitchFamily="34" charset="0"/>
              </a:rPr>
              <a:t> Blockchain – Secure, decentralized data ledger</a:t>
            </a:r>
          </a:p>
          <a:p>
            <a:pPr>
              <a:buClr>
                <a:schemeClr val="tx1"/>
              </a:buClr>
              <a:buFont typeface="Wingdings" panose="05000000000000000000" pitchFamily="2" charset="2"/>
              <a:buChar char="§"/>
              <a:defRPr sz="1800">
                <a:solidFill>
                  <a:srgbClr val="3C3C3C"/>
                </a:solidFill>
              </a:defRPr>
            </a:pPr>
            <a:r>
              <a:rPr lang="en-IN" sz="8000" dirty="0">
                <a:latin typeface="Arial" panose="020B0604020202020204" pitchFamily="34" charset="0"/>
                <a:cs typeface="Arial" panose="020B0604020202020204" pitchFamily="34" charset="0"/>
              </a:rPr>
              <a:t> Big Data – Analysis of massive datasets for insights</a:t>
            </a:r>
          </a:p>
          <a:p>
            <a:endParaRPr lang="en-IN" dirty="0"/>
          </a:p>
        </p:txBody>
      </p:sp>
    </p:spTree>
    <p:extLst>
      <p:ext uri="{BB962C8B-B14F-4D97-AF65-F5344CB8AC3E}">
        <p14:creationId xmlns:p14="http://schemas.microsoft.com/office/powerpoint/2010/main" val="2904611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9BAF0-580C-1AC5-41F1-2A619537D695}"/>
              </a:ext>
            </a:extLst>
          </p:cNvPr>
          <p:cNvSpPr>
            <a:spLocks noGrp="1"/>
          </p:cNvSpPr>
          <p:nvPr>
            <p:ph type="title"/>
          </p:nvPr>
        </p:nvSpPr>
        <p:spPr>
          <a:xfrm>
            <a:off x="1151022" y="914401"/>
            <a:ext cx="5913807" cy="457199"/>
          </a:xfrm>
        </p:spPr>
        <p:txBody>
          <a:bodyPr>
            <a:noAutofit/>
          </a:bodyPr>
          <a:lstStyle/>
          <a:p>
            <a:r>
              <a:rPr lang="en-US" sz="2400" b="1" dirty="0">
                <a:solidFill>
                  <a:schemeClr val="tx1"/>
                </a:solidFill>
                <a:latin typeface="Arial" panose="020B0604020202020204" pitchFamily="34" charset="0"/>
                <a:cs typeface="Arial" panose="020B0604020202020204" pitchFamily="34" charset="0"/>
              </a:rPr>
              <a:t>Applications of IT in Business:</a:t>
            </a:r>
            <a:endParaRPr lang="en-IN" sz="2400" b="1"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3AAAED2D-45AF-0108-393C-BBF1607325F5}"/>
              </a:ext>
            </a:extLst>
          </p:cNvPr>
          <p:cNvSpPr>
            <a:spLocks noGrp="1"/>
          </p:cNvSpPr>
          <p:nvPr>
            <p:ph idx="1"/>
          </p:nvPr>
        </p:nvSpPr>
        <p:spPr>
          <a:xfrm>
            <a:off x="204106" y="1363436"/>
            <a:ext cx="5913808" cy="4131128"/>
          </a:xfrm>
        </p:spPr>
        <p:txBody>
          <a:bodyPr>
            <a:normAutofit/>
          </a:bodyPr>
          <a:lstStyle/>
          <a:p>
            <a:pPr>
              <a:lnSpc>
                <a:spcPct val="100000"/>
              </a:lnSpc>
              <a:buClr>
                <a:schemeClr val="tx1"/>
              </a:buClr>
              <a:buFont typeface="Wingdings" panose="05000000000000000000" pitchFamily="2" charset="2"/>
              <a:buChar char="§"/>
              <a:defRPr sz="1800">
                <a:solidFill>
                  <a:srgbClr val="3C3C3C"/>
                </a:solidFill>
              </a:defRPr>
            </a:pPr>
            <a:r>
              <a:rPr lang="en-US" sz="1800" dirty="0"/>
              <a:t> </a:t>
            </a:r>
            <a:r>
              <a:rPr lang="en-US" dirty="0">
                <a:solidFill>
                  <a:schemeClr val="tx1"/>
                </a:solidFill>
              </a:rPr>
              <a:t>E-commerce and Digital Marketing</a:t>
            </a:r>
          </a:p>
          <a:p>
            <a:pPr>
              <a:lnSpc>
                <a:spcPct val="100000"/>
              </a:lnSpc>
              <a:buClr>
                <a:schemeClr val="tx1"/>
              </a:buClr>
              <a:buFont typeface="Wingdings" panose="05000000000000000000" pitchFamily="2" charset="2"/>
              <a:buChar char="§"/>
              <a:defRPr sz="1800">
                <a:solidFill>
                  <a:srgbClr val="3C3C3C"/>
                </a:solidFill>
              </a:defRPr>
            </a:pPr>
            <a:r>
              <a:rPr lang="en-US" dirty="0">
                <a:solidFill>
                  <a:schemeClr val="tx1"/>
                </a:solidFill>
              </a:rPr>
              <a:t> Enterprise Resource Planning (ERP)</a:t>
            </a:r>
          </a:p>
          <a:p>
            <a:pPr>
              <a:lnSpc>
                <a:spcPct val="100000"/>
              </a:lnSpc>
              <a:buClr>
                <a:schemeClr val="tx1"/>
              </a:buClr>
              <a:buFont typeface="Wingdings" panose="05000000000000000000" pitchFamily="2" charset="2"/>
              <a:buChar char="§"/>
              <a:defRPr sz="1800">
                <a:solidFill>
                  <a:srgbClr val="3C3C3C"/>
                </a:solidFill>
              </a:defRPr>
            </a:pPr>
            <a:r>
              <a:rPr lang="en-US" dirty="0">
                <a:solidFill>
                  <a:schemeClr val="tx1"/>
                </a:solidFill>
              </a:rPr>
              <a:t> Customer Relationship Management (CRM)</a:t>
            </a:r>
          </a:p>
          <a:p>
            <a:pPr>
              <a:lnSpc>
                <a:spcPct val="100000"/>
              </a:lnSpc>
              <a:buClr>
                <a:schemeClr val="tx1"/>
              </a:buClr>
              <a:buFont typeface="Wingdings" panose="05000000000000000000" pitchFamily="2" charset="2"/>
              <a:buChar char="§"/>
              <a:defRPr sz="1800">
                <a:solidFill>
                  <a:srgbClr val="3C3C3C"/>
                </a:solidFill>
              </a:defRPr>
            </a:pPr>
            <a:r>
              <a:rPr lang="en-US" dirty="0">
                <a:solidFill>
                  <a:schemeClr val="tx1"/>
                </a:solidFill>
              </a:rPr>
              <a:t> Business Intelligence and Analytics</a:t>
            </a:r>
          </a:p>
          <a:p>
            <a:pPr>
              <a:lnSpc>
                <a:spcPct val="100000"/>
              </a:lnSpc>
              <a:buClr>
                <a:schemeClr val="tx1"/>
              </a:buClr>
              <a:buFont typeface="Wingdings" panose="05000000000000000000" pitchFamily="2" charset="2"/>
              <a:buChar char="§"/>
              <a:defRPr sz="1800">
                <a:solidFill>
                  <a:srgbClr val="3C3C3C"/>
                </a:solidFill>
              </a:defRPr>
            </a:pPr>
            <a:r>
              <a:rPr lang="en-US" dirty="0">
                <a:solidFill>
                  <a:schemeClr val="tx1"/>
                </a:solidFill>
              </a:rPr>
              <a:t> Remote work, collaboration, and automation tools</a:t>
            </a:r>
            <a:r>
              <a:rPr lang="en-IN" dirty="0"/>
              <a:t>                                                                                                  </a:t>
            </a:r>
          </a:p>
        </p:txBody>
      </p:sp>
      <p:sp>
        <p:nvSpPr>
          <p:cNvPr id="5" name="TextBox 4">
            <a:extLst>
              <a:ext uri="{FF2B5EF4-FFF2-40B4-BE49-F238E27FC236}">
                <a16:creationId xmlns:a16="http://schemas.microsoft.com/office/drawing/2014/main" id="{40D6EC0D-3608-4BFF-B5B7-DD0F3A28106E}"/>
              </a:ext>
            </a:extLst>
          </p:cNvPr>
          <p:cNvSpPr txBox="1"/>
          <p:nvPr/>
        </p:nvSpPr>
        <p:spPr>
          <a:xfrm>
            <a:off x="1151022" y="3502439"/>
            <a:ext cx="5713101" cy="461665"/>
          </a:xfrm>
          <a:prstGeom prst="rect">
            <a:avLst/>
          </a:prstGeom>
          <a:noFill/>
        </p:spPr>
        <p:txBody>
          <a:bodyPr wrap="square">
            <a:spAutoFit/>
          </a:bodyPr>
          <a:lstStyle/>
          <a:p>
            <a:r>
              <a:rPr lang="en-US" sz="2400" b="1" dirty="0"/>
              <a:t>IT in Education and Society</a:t>
            </a:r>
            <a:endParaRPr lang="en-IN" sz="2400" dirty="0"/>
          </a:p>
        </p:txBody>
      </p:sp>
      <p:sp>
        <p:nvSpPr>
          <p:cNvPr id="7" name="TextBox 6">
            <a:extLst>
              <a:ext uri="{FF2B5EF4-FFF2-40B4-BE49-F238E27FC236}">
                <a16:creationId xmlns:a16="http://schemas.microsoft.com/office/drawing/2014/main" id="{DE5CEBD5-6329-3120-899F-9D956EAF6C2D}"/>
              </a:ext>
            </a:extLst>
          </p:cNvPr>
          <p:cNvSpPr txBox="1"/>
          <p:nvPr/>
        </p:nvSpPr>
        <p:spPr>
          <a:xfrm rot="10800000" flipV="1">
            <a:off x="683077" y="2994846"/>
            <a:ext cx="5761266" cy="2949525"/>
          </a:xfrm>
          <a:prstGeom prst="rect">
            <a:avLst/>
          </a:prstGeom>
          <a:noFill/>
        </p:spPr>
        <p:txBody>
          <a:bodyPr wrap="square">
            <a:spAutoFit/>
          </a:bodyPr>
          <a:lstStyle/>
          <a:p>
            <a:pPr>
              <a:lnSpc>
                <a:spcPct val="150000"/>
              </a:lnSpc>
              <a:buClr>
                <a:schemeClr val="tx1"/>
              </a:buClr>
              <a:defRPr sz="1800">
                <a:solidFill>
                  <a:srgbClr val="3C3C3C"/>
                </a:solidFill>
              </a:defRPr>
            </a:pPr>
            <a:endParaRPr lang="en-US" dirty="0">
              <a:latin typeface="Arial" panose="020B0604020202020204" pitchFamily="34" charset="0"/>
              <a:cs typeface="Arial" panose="020B0604020202020204" pitchFamily="34" charset="0"/>
            </a:endParaRPr>
          </a:p>
          <a:p>
            <a:pPr>
              <a:lnSpc>
                <a:spcPct val="150000"/>
              </a:lnSpc>
              <a:buClr>
                <a:schemeClr val="tx1"/>
              </a:buClr>
              <a:buFont typeface="Wingdings" panose="05000000000000000000" pitchFamily="2" charset="2"/>
              <a:buChar char="§"/>
              <a:defRPr sz="1800">
                <a:solidFill>
                  <a:srgbClr val="3C3C3C"/>
                </a:solidFill>
              </a:defRPr>
            </a:pPr>
            <a:endParaRPr lang="en-US" dirty="0">
              <a:latin typeface="Arial" panose="020B0604020202020204" pitchFamily="34" charset="0"/>
              <a:cs typeface="Arial" panose="020B0604020202020204" pitchFamily="34" charset="0"/>
            </a:endParaRPr>
          </a:p>
          <a:p>
            <a:pPr>
              <a:lnSpc>
                <a:spcPct val="150000"/>
              </a:lnSpc>
              <a:buClr>
                <a:schemeClr val="tx1"/>
              </a:buClr>
              <a:buFont typeface="Wingdings" panose="05000000000000000000" pitchFamily="2" charset="2"/>
              <a:buChar char="§"/>
              <a:defRPr sz="1800">
                <a:solidFill>
                  <a:srgbClr val="3C3C3C"/>
                </a:solidFill>
              </a:defRPr>
            </a:pPr>
            <a:r>
              <a:rPr lang="en-US">
                <a:latin typeface="Arial" panose="020B0604020202020204" pitchFamily="34" charset="0"/>
                <a:cs typeface="Arial" panose="020B0604020202020204" pitchFamily="34" charset="0"/>
              </a:rPr>
              <a:t>E-learning </a:t>
            </a:r>
            <a:r>
              <a:rPr lang="en-US" dirty="0">
                <a:latin typeface="Arial" panose="020B0604020202020204" pitchFamily="34" charset="0"/>
                <a:cs typeface="Arial" panose="020B0604020202020204" pitchFamily="34" charset="0"/>
              </a:rPr>
              <a:t>platforms and virtual classrooms</a:t>
            </a:r>
          </a:p>
          <a:p>
            <a:pPr>
              <a:lnSpc>
                <a:spcPct val="150000"/>
              </a:lnSpc>
              <a:buClr>
                <a:schemeClr val="tx1"/>
              </a:buClr>
              <a:buFont typeface="Wingdings" panose="05000000000000000000" pitchFamily="2" charset="2"/>
              <a:buChar char="§"/>
              <a:defRPr sz="1800">
                <a:solidFill>
                  <a:srgbClr val="3C3C3C"/>
                </a:solidFill>
              </a:defRPr>
            </a:pPr>
            <a:r>
              <a:rPr lang="en-US" dirty="0">
                <a:latin typeface="Arial" panose="020B0604020202020204" pitchFamily="34" charset="0"/>
                <a:cs typeface="Arial" panose="020B0604020202020204" pitchFamily="34" charset="0"/>
              </a:rPr>
              <a:t> Digital libraries and research tools</a:t>
            </a:r>
          </a:p>
          <a:p>
            <a:pPr>
              <a:lnSpc>
                <a:spcPct val="150000"/>
              </a:lnSpc>
              <a:buClr>
                <a:schemeClr val="tx1"/>
              </a:buClr>
              <a:buFont typeface="Wingdings" panose="05000000000000000000" pitchFamily="2" charset="2"/>
              <a:buChar char="§"/>
              <a:defRPr sz="1800">
                <a:solidFill>
                  <a:srgbClr val="3C3C3C"/>
                </a:solidFill>
              </a:defRPr>
            </a:pPr>
            <a:r>
              <a:rPr lang="en-US" dirty="0">
                <a:latin typeface="Arial" panose="020B0604020202020204" pitchFamily="34" charset="0"/>
                <a:cs typeface="Arial" panose="020B0604020202020204" pitchFamily="34" charset="0"/>
              </a:rPr>
              <a:t> Social media and digital communication</a:t>
            </a:r>
          </a:p>
          <a:p>
            <a:pPr>
              <a:lnSpc>
                <a:spcPct val="150000"/>
              </a:lnSpc>
              <a:buClr>
                <a:schemeClr val="tx1"/>
              </a:buClr>
              <a:buFont typeface="Wingdings" panose="05000000000000000000" pitchFamily="2" charset="2"/>
              <a:buChar char="§"/>
              <a:defRPr sz="1800">
                <a:solidFill>
                  <a:srgbClr val="3C3C3C"/>
                </a:solidFill>
              </a:defRPr>
            </a:pPr>
            <a:r>
              <a:rPr lang="en-US" dirty="0">
                <a:latin typeface="Arial" panose="020B0604020202020204" pitchFamily="34" charset="0"/>
                <a:cs typeface="Arial" panose="020B0604020202020204" pitchFamily="34" charset="0"/>
              </a:rPr>
              <a:t> IT’s impact on social awareness and global connectivity</a:t>
            </a:r>
          </a:p>
        </p:txBody>
      </p:sp>
      <p:sp>
        <p:nvSpPr>
          <p:cNvPr id="9" name="TextBox 8">
            <a:extLst>
              <a:ext uri="{FF2B5EF4-FFF2-40B4-BE49-F238E27FC236}">
                <a16:creationId xmlns:a16="http://schemas.microsoft.com/office/drawing/2014/main" id="{6DCE5CE0-2E61-8D1F-CDB3-074D23153FC8}"/>
              </a:ext>
            </a:extLst>
          </p:cNvPr>
          <p:cNvSpPr txBox="1"/>
          <p:nvPr/>
        </p:nvSpPr>
        <p:spPr>
          <a:xfrm>
            <a:off x="6444343" y="1363436"/>
            <a:ext cx="2699658" cy="4339650"/>
          </a:xfrm>
          <a:prstGeom prst="rect">
            <a:avLst/>
          </a:prstGeom>
          <a:noFill/>
        </p:spPr>
        <p:txBody>
          <a:bodyPr wrap="square">
            <a:spAutoFit/>
          </a:bodyPr>
          <a:lstStyle/>
          <a:p>
            <a:r>
              <a:rPr lang="en-US" sz="2100" b="1" dirty="0"/>
              <a:t>The Role of Information Technology in Modern Business:</a:t>
            </a:r>
            <a:br>
              <a:rPr lang="en-US" sz="2100" b="1" dirty="0"/>
            </a:br>
            <a:endParaRPr lang="en-US" sz="2100" b="1" dirty="0"/>
          </a:p>
          <a:p>
            <a:r>
              <a:rPr lang="en-US" sz="1500" dirty="0"/>
              <a:t>Information Technology (IT) plays a </a:t>
            </a:r>
            <a:r>
              <a:rPr lang="en-US" sz="1500" b="1" dirty="0"/>
              <a:t>vital role in transforming how businesses operate, communicate, and compete</a:t>
            </a:r>
            <a:r>
              <a:rPr lang="en-US" sz="1500" dirty="0"/>
              <a:t> in today’s digital world. It supports every aspect of modern business — from daily operations to strategic decision-making.</a:t>
            </a:r>
            <a:endParaRPr lang="en-IN" sz="1500" dirty="0"/>
          </a:p>
          <a:p>
            <a:endParaRPr lang="en-IN" sz="2100" dirty="0"/>
          </a:p>
        </p:txBody>
      </p:sp>
    </p:spTree>
    <p:extLst>
      <p:ext uri="{BB962C8B-B14F-4D97-AF65-F5344CB8AC3E}">
        <p14:creationId xmlns:p14="http://schemas.microsoft.com/office/powerpoint/2010/main" val="2333893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376D1-D7F4-83C3-E02B-9F0D412F7F00}"/>
              </a:ext>
            </a:extLst>
          </p:cNvPr>
          <p:cNvSpPr>
            <a:spLocks noGrp="1"/>
          </p:cNvSpPr>
          <p:nvPr>
            <p:ph type="title"/>
          </p:nvPr>
        </p:nvSpPr>
        <p:spPr>
          <a:xfrm>
            <a:off x="1143000" y="914401"/>
            <a:ext cx="5812502" cy="522515"/>
          </a:xfrm>
        </p:spPr>
        <p:txBody>
          <a:bodyPr>
            <a:normAutofit fontScale="90000"/>
          </a:bodyPr>
          <a:lstStyle/>
          <a:p>
            <a:r>
              <a:rPr lang="en-US" b="1" dirty="0">
                <a:solidFill>
                  <a:schemeClr val="tx1"/>
                </a:solidFill>
              </a:rPr>
              <a:t>Key roles of IT in modern business:</a:t>
            </a:r>
            <a:endParaRPr lang="en-IN" dirty="0">
              <a:solidFill>
                <a:schemeClr val="tx1"/>
              </a:solidFill>
            </a:endParaRPr>
          </a:p>
        </p:txBody>
      </p:sp>
      <p:sp>
        <p:nvSpPr>
          <p:cNvPr id="3" name="Content Placeholder 2">
            <a:extLst>
              <a:ext uri="{FF2B5EF4-FFF2-40B4-BE49-F238E27FC236}">
                <a16:creationId xmlns:a16="http://schemas.microsoft.com/office/drawing/2014/main" id="{FA6F3647-1C15-FD47-0D0D-CA8BF7C9248F}"/>
              </a:ext>
            </a:extLst>
          </p:cNvPr>
          <p:cNvSpPr>
            <a:spLocks noGrp="1"/>
          </p:cNvSpPr>
          <p:nvPr>
            <p:ph idx="1"/>
          </p:nvPr>
        </p:nvSpPr>
        <p:spPr>
          <a:xfrm>
            <a:off x="1085850" y="1436915"/>
            <a:ext cx="6504651" cy="3635478"/>
          </a:xfrm>
        </p:spPr>
        <p:txBody>
          <a:bodyPr>
            <a:normAutofit lnSpcReduction="10000"/>
          </a:bodyPr>
          <a:lstStyle/>
          <a:p>
            <a:pPr>
              <a:buClr>
                <a:schemeClr val="tx1"/>
              </a:buClr>
              <a:buFont typeface="Wingdings" panose="05000000000000000000" pitchFamily="2" charset="2"/>
              <a:buChar char="§"/>
            </a:pPr>
            <a:r>
              <a:rPr lang="en-US" sz="1800" b="1" dirty="0"/>
              <a:t>Increased efficiency:</a:t>
            </a:r>
            <a:r>
              <a:rPr lang="en-US" sz="1800" dirty="0"/>
              <a:t> IT automates repetitive tasks, reduces manual labor, and minimizes errors, which leads to increased productivity and consistency across departments.</a:t>
            </a:r>
          </a:p>
          <a:p>
            <a:pPr>
              <a:buClr>
                <a:schemeClr val="tx1"/>
              </a:buClr>
              <a:buFont typeface="Wingdings" panose="05000000000000000000" pitchFamily="2" charset="2"/>
              <a:buChar char="§"/>
            </a:pPr>
            <a:r>
              <a:rPr lang="en-US" sz="1800" b="1" dirty="0"/>
              <a:t>Improved communication:</a:t>
            </a:r>
            <a:r>
              <a:rPr lang="en-US" sz="1800" dirty="0"/>
              <a:t> It provides tools like email, instant messaging, and video conferencing that facilitate real-time communication and collaboration among employees, clients, and partners.</a:t>
            </a:r>
          </a:p>
          <a:p>
            <a:pPr>
              <a:buClr>
                <a:schemeClr val="tx1"/>
              </a:buClr>
              <a:buFont typeface="Wingdings" panose="05000000000000000000" pitchFamily="2" charset="2"/>
              <a:buChar char="§"/>
            </a:pPr>
            <a:r>
              <a:rPr lang="en-US" sz="1800" b="1" dirty="0"/>
              <a:t>Data-driven decision-making:</a:t>
            </a:r>
            <a:r>
              <a:rPr lang="en-US" sz="1800" dirty="0"/>
              <a:t> Advanced analytics tools allow businesses to collect, analyze, and interpret vast amounts of data to gain insights for strategic planning and performance monitoring.</a:t>
            </a:r>
          </a:p>
          <a:p>
            <a:endParaRPr lang="en-IN" dirty="0"/>
          </a:p>
        </p:txBody>
      </p:sp>
    </p:spTree>
    <p:extLst>
      <p:ext uri="{BB962C8B-B14F-4D97-AF65-F5344CB8AC3E}">
        <p14:creationId xmlns:p14="http://schemas.microsoft.com/office/powerpoint/2010/main" val="850370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DA5CF-F848-016A-F99D-E7DD002240CD}"/>
              </a:ext>
            </a:extLst>
          </p:cNvPr>
          <p:cNvSpPr>
            <a:spLocks noGrp="1"/>
          </p:cNvSpPr>
          <p:nvPr>
            <p:ph idx="1"/>
          </p:nvPr>
        </p:nvSpPr>
        <p:spPr>
          <a:xfrm>
            <a:off x="508001" y="1314451"/>
            <a:ext cx="7102167" cy="4073822"/>
          </a:xfrm>
        </p:spPr>
        <p:txBody>
          <a:bodyPr/>
          <a:lstStyle/>
          <a:p>
            <a:pPr>
              <a:buClr>
                <a:schemeClr val="tx1"/>
              </a:buClr>
              <a:buFont typeface="Wingdings" panose="05000000000000000000" pitchFamily="2" charset="2"/>
              <a:buChar char="§"/>
            </a:pPr>
            <a:r>
              <a:rPr lang="en-US" sz="1800" b="1" dirty="0"/>
              <a:t>Innovation and competitiveness:</a:t>
            </a:r>
            <a:r>
              <a:rPr lang="en-US" sz="1800" dirty="0"/>
              <a:t> IT provides platforms and tools for research and development, allowing companies to create innovative products and services and gain a competitive edge.</a:t>
            </a:r>
          </a:p>
          <a:p>
            <a:pPr>
              <a:buClr>
                <a:schemeClr val="tx1"/>
              </a:buClr>
              <a:buFont typeface="Wingdings" panose="05000000000000000000" pitchFamily="2" charset="2"/>
              <a:buChar char="§"/>
            </a:pPr>
            <a:r>
              <a:rPr lang="en-US" sz="1800" b="1" dirty="0"/>
              <a:t>Supply chain optimization:</a:t>
            </a:r>
            <a:r>
              <a:rPr lang="en-US" sz="1800" dirty="0"/>
              <a:t> Sophisticated software helps businesses track inventory, manage logistics, and improve demand forecasting, which reduces costs and ensures timely deliveries.</a:t>
            </a:r>
          </a:p>
          <a:p>
            <a:pPr>
              <a:buClr>
                <a:schemeClr val="tx1"/>
              </a:buClr>
              <a:buFont typeface="Wingdings" panose="05000000000000000000" pitchFamily="2" charset="2"/>
              <a:buChar char="§"/>
            </a:pPr>
            <a:r>
              <a:rPr lang="en-US" sz="1800" b="1" dirty="0"/>
              <a:t>Enhanced customer experience:</a:t>
            </a:r>
            <a:r>
              <a:rPr lang="en-US" sz="1800" dirty="0"/>
              <a:t> IT systems like CRM software allow businesses to track customer information and preferences, while tools like chatbots provide instant customer service.</a:t>
            </a:r>
          </a:p>
          <a:p>
            <a:endParaRPr lang="en-IN" dirty="0"/>
          </a:p>
        </p:txBody>
      </p:sp>
    </p:spTree>
    <p:extLst>
      <p:ext uri="{BB962C8B-B14F-4D97-AF65-F5344CB8AC3E}">
        <p14:creationId xmlns:p14="http://schemas.microsoft.com/office/powerpoint/2010/main" val="2420094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408E5C-57CA-9DD6-26C3-C42E1A3C602F}"/>
              </a:ext>
            </a:extLst>
          </p:cNvPr>
          <p:cNvSpPr>
            <a:spLocks noGrp="1"/>
          </p:cNvSpPr>
          <p:nvPr>
            <p:ph idx="1"/>
          </p:nvPr>
        </p:nvSpPr>
        <p:spPr>
          <a:xfrm>
            <a:off x="508000" y="1225960"/>
            <a:ext cx="7006303" cy="4162312"/>
          </a:xfrm>
        </p:spPr>
        <p:txBody>
          <a:bodyPr/>
          <a:lstStyle/>
          <a:p>
            <a:pPr>
              <a:buClr>
                <a:schemeClr val="tx1"/>
              </a:buClr>
              <a:buFont typeface="Wingdings" panose="05000000000000000000" pitchFamily="2" charset="2"/>
              <a:buChar char="§"/>
            </a:pPr>
            <a:r>
              <a:rPr lang="en-US" sz="1800" dirty="0"/>
              <a:t>Cybersecurity: IT professionals use advanced security measures like firewalls, encryption, and intrusion detection systems to protect sensitive data from cyber threats and safeguard the company's reputation.</a:t>
            </a:r>
          </a:p>
          <a:p>
            <a:pPr>
              <a:buClr>
                <a:schemeClr val="tx1"/>
              </a:buClr>
              <a:buFont typeface="Wingdings" panose="05000000000000000000" pitchFamily="2" charset="2"/>
              <a:buChar char="§"/>
            </a:pPr>
            <a:r>
              <a:rPr lang="en-US" sz="1800" dirty="0"/>
              <a:t>Scalability and flexibility: Cloud computing, for example, provides businesses with scalable storage and access to data from anywhere, allowing them to grow and adapt their operations as needed. </a:t>
            </a:r>
          </a:p>
          <a:p>
            <a:endParaRPr lang="en-IN" dirty="0"/>
          </a:p>
        </p:txBody>
      </p:sp>
    </p:spTree>
    <p:extLst>
      <p:ext uri="{BB962C8B-B14F-4D97-AF65-F5344CB8AC3E}">
        <p14:creationId xmlns:p14="http://schemas.microsoft.com/office/powerpoint/2010/main" val="2818875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5CC4E-D784-F1EC-8106-3F415D281ACE}"/>
              </a:ext>
            </a:extLst>
          </p:cNvPr>
          <p:cNvSpPr>
            <a:spLocks noGrp="1"/>
          </p:cNvSpPr>
          <p:nvPr>
            <p:ph type="title"/>
          </p:nvPr>
        </p:nvSpPr>
        <p:spPr/>
        <p:txBody>
          <a:bodyPr/>
          <a:lstStyle/>
          <a:p>
            <a:r>
              <a:rPr lang="en-US" b="1" dirty="0">
                <a:solidFill>
                  <a:schemeClr val="tx1"/>
                </a:solidFill>
              </a:rPr>
              <a:t>Enterprise Resource Planning</a:t>
            </a:r>
            <a:endParaRPr lang="en-IN" b="1" dirty="0">
              <a:solidFill>
                <a:schemeClr val="tx1"/>
              </a:solidFill>
            </a:endParaRPr>
          </a:p>
        </p:txBody>
      </p:sp>
      <p:sp>
        <p:nvSpPr>
          <p:cNvPr id="3" name="Content Placeholder 2">
            <a:extLst>
              <a:ext uri="{FF2B5EF4-FFF2-40B4-BE49-F238E27FC236}">
                <a16:creationId xmlns:a16="http://schemas.microsoft.com/office/drawing/2014/main" id="{55E1130F-AC1F-51D6-049C-2BDE781F9842}"/>
              </a:ext>
            </a:extLst>
          </p:cNvPr>
          <p:cNvSpPr>
            <a:spLocks noGrp="1"/>
          </p:cNvSpPr>
          <p:nvPr>
            <p:ph idx="1"/>
          </p:nvPr>
        </p:nvSpPr>
        <p:spPr/>
        <p:txBody>
          <a:bodyPr>
            <a:normAutofit/>
          </a:bodyPr>
          <a:lstStyle/>
          <a:p>
            <a:pPr marL="0" indent="0">
              <a:buClr>
                <a:schemeClr val="tx1"/>
              </a:buClr>
              <a:buNone/>
            </a:pPr>
            <a:r>
              <a:rPr lang="en-US" sz="1800" dirty="0"/>
              <a:t>Enterprise Resource Planning (ERP) is a software system that integrates and manages core business processes like finance, HR, supply chain, and manufacturing into a single, unified platform. By centralizing data, ERP streamlines operations, improves efficiency, and provides a real-time, single source of truth for an organization's activities. It allows different departments — such as </a:t>
            </a:r>
            <a:r>
              <a:rPr lang="en-US" sz="1800" b="1" dirty="0"/>
              <a:t>finance, HR, sales, supply chain, inventory, and manufacturing</a:t>
            </a:r>
            <a:r>
              <a:rPr lang="en-US" sz="1800" dirty="0"/>
              <a:t> — to share information and work efficiently together.</a:t>
            </a:r>
            <a:endParaRPr lang="en-IN" sz="1800" dirty="0"/>
          </a:p>
        </p:txBody>
      </p:sp>
    </p:spTree>
    <p:extLst>
      <p:ext uri="{BB962C8B-B14F-4D97-AF65-F5344CB8AC3E}">
        <p14:creationId xmlns:p14="http://schemas.microsoft.com/office/powerpoint/2010/main" val="931892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4E742-3F29-4E04-8B7A-FCA557812544}"/>
              </a:ext>
            </a:extLst>
          </p:cNvPr>
          <p:cNvSpPr>
            <a:spLocks noGrp="1"/>
          </p:cNvSpPr>
          <p:nvPr>
            <p:ph type="title"/>
          </p:nvPr>
        </p:nvSpPr>
        <p:spPr>
          <a:xfrm>
            <a:off x="1322615" y="1314450"/>
            <a:ext cx="5632887" cy="604684"/>
          </a:xfrm>
        </p:spPr>
        <p:txBody>
          <a:bodyPr>
            <a:normAutofit fontScale="90000"/>
          </a:bodyPr>
          <a:lstStyle/>
          <a:p>
            <a:r>
              <a:rPr lang="en-US" b="1" dirty="0">
                <a:solidFill>
                  <a:schemeClr val="tx1"/>
                </a:solidFill>
              </a:rPr>
              <a:t>Key Features of ERP Systems</a:t>
            </a:r>
            <a:endParaRPr lang="en-IN" b="1" dirty="0">
              <a:solidFill>
                <a:schemeClr val="tx1"/>
              </a:solidFill>
            </a:endParaRPr>
          </a:p>
        </p:txBody>
      </p:sp>
      <p:graphicFrame>
        <p:nvGraphicFramePr>
          <p:cNvPr id="4" name="Content Placeholder 3">
            <a:extLst>
              <a:ext uri="{FF2B5EF4-FFF2-40B4-BE49-F238E27FC236}">
                <a16:creationId xmlns:a16="http://schemas.microsoft.com/office/drawing/2014/main" id="{1F8A11C3-FE6D-EE59-1E06-35FBB8C88A13}"/>
              </a:ext>
            </a:extLst>
          </p:cNvPr>
          <p:cNvGraphicFramePr>
            <a:graphicFrameLocks noGrp="1"/>
          </p:cNvGraphicFramePr>
          <p:nvPr>
            <p:ph idx="1"/>
            <p:extLst>
              <p:ext uri="{D42A27DB-BD31-4B8C-83A1-F6EECF244321}">
                <p14:modId xmlns:p14="http://schemas.microsoft.com/office/powerpoint/2010/main" val="3324926353"/>
              </p:ext>
            </p:extLst>
          </p:nvPr>
        </p:nvGraphicFramePr>
        <p:xfrm>
          <a:off x="783771" y="2245179"/>
          <a:ext cx="6885390" cy="3025361"/>
        </p:xfrm>
        <a:graphic>
          <a:graphicData uri="http://schemas.openxmlformats.org/drawingml/2006/table">
            <a:tbl>
              <a:tblPr/>
              <a:tblGrid>
                <a:gridCol w="3442695">
                  <a:extLst>
                    <a:ext uri="{9D8B030D-6E8A-4147-A177-3AD203B41FA5}">
                      <a16:colId xmlns:a16="http://schemas.microsoft.com/office/drawing/2014/main" val="2508079859"/>
                    </a:ext>
                  </a:extLst>
                </a:gridCol>
                <a:gridCol w="3442695">
                  <a:extLst>
                    <a:ext uri="{9D8B030D-6E8A-4147-A177-3AD203B41FA5}">
                      <a16:colId xmlns:a16="http://schemas.microsoft.com/office/drawing/2014/main" val="1718313978"/>
                    </a:ext>
                  </a:extLst>
                </a:gridCol>
              </a:tblGrid>
              <a:tr h="310294">
                <a:tc>
                  <a:txBody>
                    <a:bodyPr/>
                    <a:lstStyle/>
                    <a:p>
                      <a:pPr>
                        <a:buNone/>
                      </a:pPr>
                      <a:r>
                        <a:rPr lang="en-IN" sz="1500" b="1" dirty="0"/>
                        <a:t>Feature</a:t>
                      </a:r>
                      <a:endParaRPr lang="en-IN" sz="1500" dirty="0"/>
                    </a:p>
                  </a:txBody>
                  <a:tcPr marL="68580" marR="68580" marT="34290" marB="34290" anchor="ctr">
                    <a:lnL>
                      <a:noFill/>
                    </a:lnL>
                    <a:lnR>
                      <a:noFill/>
                    </a:lnR>
                    <a:lnT>
                      <a:noFill/>
                    </a:lnT>
                    <a:lnB>
                      <a:noFill/>
                    </a:lnB>
                    <a:noFill/>
                  </a:tcPr>
                </a:tc>
                <a:tc>
                  <a:txBody>
                    <a:bodyPr/>
                    <a:lstStyle/>
                    <a:p>
                      <a:pPr>
                        <a:buNone/>
                      </a:pPr>
                      <a:r>
                        <a:rPr lang="en-IN" sz="1500" b="1"/>
                        <a:t>Description</a:t>
                      </a:r>
                      <a:endParaRPr lang="en-IN" sz="1500"/>
                    </a:p>
                  </a:txBody>
                  <a:tcPr marL="68580" marR="68580" marT="34290" marB="34290" anchor="ctr">
                    <a:lnL>
                      <a:noFill/>
                    </a:lnL>
                    <a:lnR>
                      <a:noFill/>
                    </a:lnR>
                    <a:lnT>
                      <a:noFill/>
                    </a:lnT>
                    <a:lnB>
                      <a:noFill/>
                    </a:lnB>
                    <a:noFill/>
                  </a:tcPr>
                </a:tc>
                <a:extLst>
                  <a:ext uri="{0D108BD9-81ED-4DB2-BD59-A6C34878D82A}">
                    <a16:rowId xmlns:a16="http://schemas.microsoft.com/office/drawing/2014/main" val="1723167626"/>
                  </a:ext>
                </a:extLst>
              </a:tr>
              <a:tr h="754380">
                <a:tc>
                  <a:txBody>
                    <a:bodyPr/>
                    <a:lstStyle/>
                    <a:p>
                      <a:pPr>
                        <a:buNone/>
                      </a:pPr>
                      <a:r>
                        <a:rPr lang="en-IN" sz="1500" b="1"/>
                        <a:t>Centralized Database</a:t>
                      </a:r>
                      <a:endParaRPr lang="en-IN" sz="1500"/>
                    </a:p>
                  </a:txBody>
                  <a:tcPr marL="68580" marR="68580" marT="34290" marB="34290" anchor="ctr">
                    <a:lnL>
                      <a:noFill/>
                    </a:lnL>
                    <a:lnR>
                      <a:noFill/>
                    </a:lnR>
                    <a:lnT>
                      <a:noFill/>
                    </a:lnT>
                    <a:lnB>
                      <a:noFill/>
                    </a:lnB>
                    <a:noFill/>
                  </a:tcPr>
                </a:tc>
                <a:tc>
                  <a:txBody>
                    <a:bodyPr/>
                    <a:lstStyle/>
                    <a:p>
                      <a:pPr>
                        <a:buNone/>
                      </a:pPr>
                      <a:r>
                        <a:rPr lang="en-US" sz="1500"/>
                        <a:t>Stores all business data in one place for easy access and consistency.</a:t>
                      </a:r>
                    </a:p>
                  </a:txBody>
                  <a:tcPr marL="68580" marR="68580" marT="34290" marB="34290" anchor="ctr">
                    <a:lnL>
                      <a:noFill/>
                    </a:lnL>
                    <a:lnR>
                      <a:noFill/>
                    </a:lnR>
                    <a:lnT>
                      <a:noFill/>
                    </a:lnT>
                    <a:lnB>
                      <a:noFill/>
                    </a:lnB>
                    <a:noFill/>
                  </a:tcPr>
                </a:tc>
                <a:extLst>
                  <a:ext uri="{0D108BD9-81ED-4DB2-BD59-A6C34878D82A}">
                    <a16:rowId xmlns:a16="http://schemas.microsoft.com/office/drawing/2014/main" val="3082146943"/>
                  </a:ext>
                </a:extLst>
              </a:tr>
              <a:tr h="754380">
                <a:tc>
                  <a:txBody>
                    <a:bodyPr/>
                    <a:lstStyle/>
                    <a:p>
                      <a:pPr>
                        <a:buNone/>
                      </a:pPr>
                      <a:r>
                        <a:rPr lang="en-IN" sz="1500" b="1"/>
                        <a:t>Integration of Functions</a:t>
                      </a:r>
                      <a:endParaRPr lang="en-IN" sz="1500"/>
                    </a:p>
                  </a:txBody>
                  <a:tcPr marL="68580" marR="68580" marT="34290" marB="34290" anchor="ctr">
                    <a:lnL>
                      <a:noFill/>
                    </a:lnL>
                    <a:lnR>
                      <a:noFill/>
                    </a:lnR>
                    <a:lnT>
                      <a:noFill/>
                    </a:lnT>
                    <a:lnB>
                      <a:noFill/>
                    </a:lnB>
                    <a:noFill/>
                  </a:tcPr>
                </a:tc>
                <a:tc>
                  <a:txBody>
                    <a:bodyPr/>
                    <a:lstStyle/>
                    <a:p>
                      <a:pPr>
                        <a:buNone/>
                      </a:pPr>
                      <a:r>
                        <a:rPr lang="en-US" sz="1500"/>
                        <a:t>Combines processes across departments (e.g., HR, Finance, Sales).</a:t>
                      </a:r>
                    </a:p>
                  </a:txBody>
                  <a:tcPr marL="68580" marR="68580" marT="34290" marB="34290" anchor="ctr">
                    <a:lnL>
                      <a:noFill/>
                    </a:lnL>
                    <a:lnR>
                      <a:noFill/>
                    </a:lnR>
                    <a:lnT>
                      <a:noFill/>
                    </a:lnT>
                    <a:lnB>
                      <a:noFill/>
                    </a:lnB>
                    <a:noFill/>
                  </a:tcPr>
                </a:tc>
                <a:extLst>
                  <a:ext uri="{0D108BD9-81ED-4DB2-BD59-A6C34878D82A}">
                    <a16:rowId xmlns:a16="http://schemas.microsoft.com/office/drawing/2014/main" val="2581449949"/>
                  </a:ext>
                </a:extLst>
              </a:tr>
              <a:tr h="543014">
                <a:tc>
                  <a:txBody>
                    <a:bodyPr/>
                    <a:lstStyle/>
                    <a:p>
                      <a:pPr>
                        <a:buNone/>
                      </a:pPr>
                      <a:r>
                        <a:rPr lang="en-IN" sz="1500" b="1"/>
                        <a:t>Automation</a:t>
                      </a:r>
                      <a:endParaRPr lang="en-IN" sz="1500"/>
                    </a:p>
                  </a:txBody>
                  <a:tcPr marL="68580" marR="68580" marT="34290" marB="34290" anchor="ctr">
                    <a:lnL>
                      <a:noFill/>
                    </a:lnL>
                    <a:lnR>
                      <a:noFill/>
                    </a:lnR>
                    <a:lnT>
                      <a:noFill/>
                    </a:lnT>
                    <a:lnB>
                      <a:noFill/>
                    </a:lnB>
                    <a:noFill/>
                  </a:tcPr>
                </a:tc>
                <a:tc>
                  <a:txBody>
                    <a:bodyPr/>
                    <a:lstStyle/>
                    <a:p>
                      <a:pPr>
                        <a:buNone/>
                      </a:pPr>
                      <a:r>
                        <a:rPr lang="en-US" sz="1500"/>
                        <a:t>Reduces manual work and errors by automating repetitive tasks.</a:t>
                      </a:r>
                    </a:p>
                  </a:txBody>
                  <a:tcPr marL="68580" marR="68580" marT="34290" marB="34290" anchor="ctr">
                    <a:lnL>
                      <a:noFill/>
                    </a:lnL>
                    <a:lnR>
                      <a:noFill/>
                    </a:lnR>
                    <a:lnT>
                      <a:noFill/>
                    </a:lnT>
                    <a:lnB>
                      <a:noFill/>
                    </a:lnB>
                    <a:noFill/>
                  </a:tcPr>
                </a:tc>
                <a:extLst>
                  <a:ext uri="{0D108BD9-81ED-4DB2-BD59-A6C34878D82A}">
                    <a16:rowId xmlns:a16="http://schemas.microsoft.com/office/drawing/2014/main" val="1631448643"/>
                  </a:ext>
                </a:extLst>
              </a:tr>
              <a:tr h="543014">
                <a:tc>
                  <a:txBody>
                    <a:bodyPr/>
                    <a:lstStyle/>
                    <a:p>
                      <a:pPr>
                        <a:buNone/>
                      </a:pPr>
                      <a:r>
                        <a:rPr lang="en-IN" sz="1500" b="1"/>
                        <a:t>Real-Time Reporting</a:t>
                      </a:r>
                      <a:endParaRPr lang="en-IN" sz="1500"/>
                    </a:p>
                  </a:txBody>
                  <a:tcPr marL="68580" marR="68580" marT="34290" marB="34290" anchor="ctr">
                    <a:lnL>
                      <a:noFill/>
                    </a:lnL>
                    <a:lnR>
                      <a:noFill/>
                    </a:lnR>
                    <a:lnT>
                      <a:noFill/>
                    </a:lnT>
                    <a:lnB>
                      <a:noFill/>
                    </a:lnB>
                    <a:noFill/>
                  </a:tcPr>
                </a:tc>
                <a:tc>
                  <a:txBody>
                    <a:bodyPr/>
                    <a:lstStyle/>
                    <a:p>
                      <a:pPr>
                        <a:buNone/>
                      </a:pPr>
                      <a:r>
                        <a:rPr lang="en-US" sz="1500"/>
                        <a:t>Provides instant access to business insights and performance metrics.</a:t>
                      </a:r>
                    </a:p>
                  </a:txBody>
                  <a:tcPr marL="68580" marR="68580" marT="34290" marB="34290" anchor="ctr">
                    <a:lnL>
                      <a:noFill/>
                    </a:lnL>
                    <a:lnR>
                      <a:noFill/>
                    </a:lnR>
                    <a:lnT>
                      <a:noFill/>
                    </a:lnT>
                    <a:lnB>
                      <a:noFill/>
                    </a:lnB>
                    <a:noFill/>
                  </a:tcPr>
                </a:tc>
                <a:extLst>
                  <a:ext uri="{0D108BD9-81ED-4DB2-BD59-A6C34878D82A}">
                    <a16:rowId xmlns:a16="http://schemas.microsoft.com/office/drawing/2014/main" val="2828244299"/>
                  </a:ext>
                </a:extLst>
              </a:tr>
              <a:tr h="543014">
                <a:tc>
                  <a:txBody>
                    <a:bodyPr/>
                    <a:lstStyle/>
                    <a:p>
                      <a:pPr>
                        <a:buNone/>
                      </a:pPr>
                      <a:r>
                        <a:rPr lang="en-IN" sz="1500" b="1" dirty="0"/>
                        <a:t>Customization</a:t>
                      </a:r>
                      <a:endParaRPr lang="en-IN" sz="1500" dirty="0"/>
                    </a:p>
                  </a:txBody>
                  <a:tcPr marL="68580" marR="68580" marT="34290" marB="34290" anchor="ctr">
                    <a:lnL>
                      <a:noFill/>
                    </a:lnL>
                    <a:lnR>
                      <a:noFill/>
                    </a:lnR>
                    <a:lnT>
                      <a:noFill/>
                    </a:lnT>
                    <a:lnB>
                      <a:noFill/>
                    </a:lnB>
                    <a:noFill/>
                  </a:tcPr>
                </a:tc>
                <a:tc>
                  <a:txBody>
                    <a:bodyPr/>
                    <a:lstStyle/>
                    <a:p>
                      <a:pPr>
                        <a:buNone/>
                      </a:pPr>
                      <a:r>
                        <a:rPr lang="en-US" sz="1500" dirty="0"/>
                        <a:t>Can be tailored to fit specific business needs.</a:t>
                      </a:r>
                    </a:p>
                  </a:txBody>
                  <a:tcPr marL="68580" marR="68580" marT="34290" marB="34290" anchor="ctr">
                    <a:lnL>
                      <a:noFill/>
                    </a:lnL>
                    <a:lnR>
                      <a:noFill/>
                    </a:lnR>
                    <a:lnT>
                      <a:noFill/>
                    </a:lnT>
                    <a:lnB>
                      <a:noFill/>
                    </a:lnB>
                    <a:noFill/>
                  </a:tcPr>
                </a:tc>
                <a:extLst>
                  <a:ext uri="{0D108BD9-81ED-4DB2-BD59-A6C34878D82A}">
                    <a16:rowId xmlns:a16="http://schemas.microsoft.com/office/drawing/2014/main" val="172090523"/>
                  </a:ext>
                </a:extLst>
              </a:tr>
            </a:tbl>
          </a:graphicData>
        </a:graphic>
      </p:graphicFrame>
    </p:spTree>
    <p:extLst>
      <p:ext uri="{BB962C8B-B14F-4D97-AF65-F5344CB8AC3E}">
        <p14:creationId xmlns:p14="http://schemas.microsoft.com/office/powerpoint/2010/main" val="2581465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2925818-DE4D-5A3D-3EB2-34B20C5030EC}"/>
              </a:ext>
            </a:extLst>
          </p:cNvPr>
          <p:cNvSpPr>
            <a:spLocks noGrp="1"/>
          </p:cNvSpPr>
          <p:nvPr>
            <p:ph type="body" idx="1"/>
          </p:nvPr>
        </p:nvSpPr>
        <p:spPr>
          <a:xfrm>
            <a:off x="1151021" y="1273629"/>
            <a:ext cx="3456432" cy="285749"/>
          </a:xfrm>
        </p:spPr>
        <p:txBody>
          <a:bodyPr>
            <a:normAutofit fontScale="62500" lnSpcReduction="20000"/>
          </a:bodyPr>
          <a:lstStyle/>
          <a:p>
            <a:r>
              <a:rPr lang="en-IN" b="1" dirty="0">
                <a:solidFill>
                  <a:schemeClr val="tx1"/>
                </a:solidFill>
              </a:rPr>
              <a:t>Core Modules in ERP</a:t>
            </a:r>
            <a:endParaRPr lang="en-IN" b="1" dirty="0"/>
          </a:p>
        </p:txBody>
      </p:sp>
      <p:sp>
        <p:nvSpPr>
          <p:cNvPr id="4" name="Content Placeholder 3">
            <a:extLst>
              <a:ext uri="{FF2B5EF4-FFF2-40B4-BE49-F238E27FC236}">
                <a16:creationId xmlns:a16="http://schemas.microsoft.com/office/drawing/2014/main" id="{4E4C6F6B-824B-EEFC-AB2C-3B889760955A}"/>
              </a:ext>
            </a:extLst>
          </p:cNvPr>
          <p:cNvSpPr>
            <a:spLocks noGrp="1"/>
          </p:cNvSpPr>
          <p:nvPr>
            <p:ph sz="half" idx="2"/>
          </p:nvPr>
        </p:nvSpPr>
        <p:spPr>
          <a:xfrm>
            <a:off x="1151021" y="1706336"/>
            <a:ext cx="3456432" cy="3252459"/>
          </a:xfrm>
        </p:spPr>
        <p:txBody>
          <a:bodyPr>
            <a:normAutofit/>
          </a:bodyPr>
          <a:lstStyle/>
          <a:p>
            <a:pPr eaLnBrk="0" fontAlgn="base" hangingPunct="0">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Finance and Accounting</a:t>
            </a:r>
          </a:p>
          <a:p>
            <a:pPr eaLnBrk="0" fontAlgn="base" hangingPunct="0">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Human Resource Management (HRM)</a:t>
            </a:r>
          </a:p>
          <a:p>
            <a:pPr eaLnBrk="0" fontAlgn="base" hangingPunct="0">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Inventory Management</a:t>
            </a:r>
          </a:p>
          <a:p>
            <a:pPr eaLnBrk="0" fontAlgn="base" hangingPunct="0">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Sales and Marketing</a:t>
            </a:r>
          </a:p>
          <a:p>
            <a:pPr eaLnBrk="0" fontAlgn="base" hangingPunct="0">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Customer Relationship Management (CRM)</a:t>
            </a:r>
          </a:p>
          <a:p>
            <a:pPr eaLnBrk="0" fontAlgn="base" hangingPunct="0">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Supply Chain Management (SCM)</a:t>
            </a:r>
          </a:p>
          <a:p>
            <a:pPr eaLnBrk="0" fontAlgn="base" hangingPunct="0">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Production/Manufacturing Management</a:t>
            </a:r>
          </a:p>
          <a:p>
            <a:endParaRPr lang="en-IN" dirty="0"/>
          </a:p>
        </p:txBody>
      </p:sp>
      <p:sp>
        <p:nvSpPr>
          <p:cNvPr id="5" name="Text Placeholder 4">
            <a:extLst>
              <a:ext uri="{FF2B5EF4-FFF2-40B4-BE49-F238E27FC236}">
                <a16:creationId xmlns:a16="http://schemas.microsoft.com/office/drawing/2014/main" id="{8153EA79-6B17-5385-ACC2-959BC832C358}"/>
              </a:ext>
            </a:extLst>
          </p:cNvPr>
          <p:cNvSpPr>
            <a:spLocks noGrp="1"/>
          </p:cNvSpPr>
          <p:nvPr>
            <p:ph type="body" sz="quarter" idx="3"/>
          </p:nvPr>
        </p:nvSpPr>
        <p:spPr>
          <a:xfrm>
            <a:off x="4841093" y="1167493"/>
            <a:ext cx="3456432" cy="391885"/>
          </a:xfrm>
        </p:spPr>
        <p:txBody>
          <a:bodyPr>
            <a:normAutofit fontScale="62500" lnSpcReduction="20000"/>
          </a:bodyPr>
          <a:lstStyle/>
          <a:p>
            <a:r>
              <a:rPr lang="en-IN" b="1" dirty="0">
                <a:solidFill>
                  <a:schemeClr val="tx1"/>
                </a:solidFill>
              </a:rPr>
              <a:t>Benefits of ERP</a:t>
            </a:r>
            <a:endParaRPr lang="en-IN" dirty="0"/>
          </a:p>
        </p:txBody>
      </p:sp>
      <p:sp>
        <p:nvSpPr>
          <p:cNvPr id="6" name="Content Placeholder 5">
            <a:extLst>
              <a:ext uri="{FF2B5EF4-FFF2-40B4-BE49-F238E27FC236}">
                <a16:creationId xmlns:a16="http://schemas.microsoft.com/office/drawing/2014/main" id="{0F60EB3E-A3F4-0C02-B34C-6D7BF0AE7D0B}"/>
              </a:ext>
            </a:extLst>
          </p:cNvPr>
          <p:cNvSpPr>
            <a:spLocks noGrp="1"/>
          </p:cNvSpPr>
          <p:nvPr>
            <p:ph sz="quarter" idx="4"/>
          </p:nvPr>
        </p:nvSpPr>
        <p:spPr>
          <a:xfrm>
            <a:off x="4841094" y="1698938"/>
            <a:ext cx="3456432" cy="3252459"/>
          </a:xfrm>
        </p:spPr>
        <p:txBody>
          <a:bodyPr>
            <a:normAutofit/>
          </a:bodyPr>
          <a:lstStyle/>
          <a:p>
            <a:pPr eaLnBrk="0" fontAlgn="base" hangingPunct="0">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Improved efficiency and productivity</a:t>
            </a:r>
          </a:p>
          <a:p>
            <a:pPr eaLnBrk="0" fontAlgn="base" hangingPunct="0">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Enhanced data accuracy and reporting</a:t>
            </a:r>
          </a:p>
          <a:p>
            <a:pPr eaLnBrk="0" fontAlgn="base" hangingPunct="0">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Better decision-making with real-time data</a:t>
            </a:r>
          </a:p>
          <a:p>
            <a:pPr eaLnBrk="0" fontAlgn="base" hangingPunct="0">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Lower operational costs</a:t>
            </a:r>
          </a:p>
          <a:p>
            <a:pPr eaLnBrk="0" fontAlgn="base" hangingPunct="0">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Greater collaboration across departments</a:t>
            </a:r>
          </a:p>
          <a:p>
            <a:pPr eaLnBrk="0" fontAlgn="base" hangingPunct="0">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Stronger customer satisfaction</a:t>
            </a:r>
          </a:p>
          <a:p>
            <a:endParaRPr lang="en-IN" dirty="0"/>
          </a:p>
        </p:txBody>
      </p:sp>
    </p:spTree>
    <p:extLst>
      <p:ext uri="{BB962C8B-B14F-4D97-AF65-F5344CB8AC3E}">
        <p14:creationId xmlns:p14="http://schemas.microsoft.com/office/powerpoint/2010/main" val="4057294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F51F-DEB3-1AA2-C80F-C9797C172451}"/>
              </a:ext>
            </a:extLst>
          </p:cNvPr>
          <p:cNvSpPr>
            <a:spLocks noGrp="1"/>
          </p:cNvSpPr>
          <p:nvPr>
            <p:ph type="title"/>
          </p:nvPr>
        </p:nvSpPr>
        <p:spPr/>
        <p:txBody>
          <a:bodyPr>
            <a:normAutofit/>
          </a:bodyPr>
          <a:lstStyle/>
          <a:p>
            <a:r>
              <a:rPr lang="en-US" sz="2100" b="1" dirty="0">
                <a:solidFill>
                  <a:schemeClr val="tx1"/>
                </a:solidFill>
              </a:rPr>
              <a:t>How Enterprise Resource Planning Platforms Work</a:t>
            </a:r>
            <a:endParaRPr lang="en-IN" sz="2100" b="1" dirty="0">
              <a:solidFill>
                <a:schemeClr val="tx1"/>
              </a:solidFill>
            </a:endParaRPr>
          </a:p>
        </p:txBody>
      </p:sp>
      <p:sp>
        <p:nvSpPr>
          <p:cNvPr id="3" name="Content Placeholder 2">
            <a:extLst>
              <a:ext uri="{FF2B5EF4-FFF2-40B4-BE49-F238E27FC236}">
                <a16:creationId xmlns:a16="http://schemas.microsoft.com/office/drawing/2014/main" id="{22CAFC8B-43DF-CA3C-CBDF-FCE0A0575576}"/>
              </a:ext>
            </a:extLst>
          </p:cNvPr>
          <p:cNvSpPr>
            <a:spLocks noGrp="1"/>
          </p:cNvSpPr>
          <p:nvPr>
            <p:ph idx="1"/>
          </p:nvPr>
        </p:nvSpPr>
        <p:spPr>
          <a:xfrm>
            <a:off x="793750" y="2249953"/>
            <a:ext cx="7227529" cy="2910580"/>
          </a:xfrm>
        </p:spPr>
        <p:txBody>
          <a:bodyPr>
            <a:normAutofit/>
          </a:bodyPr>
          <a:lstStyle/>
          <a:p>
            <a:pPr marL="0" indent="0">
              <a:buNone/>
            </a:pPr>
            <a:r>
              <a:rPr lang="en-US" sz="1800" dirty="0"/>
              <a:t>Enterprise Resource Planning (ERP) platforms work by integrating all of a company's core business functions, like finance, HR, and supply chain, into a single system that uses a central database. This structure allows different departments to share information in real-time, automate processes, and create seamless workflows that streamline operations and improve decision-making. </a:t>
            </a:r>
            <a:endParaRPr lang="en-IN" sz="1800" dirty="0"/>
          </a:p>
        </p:txBody>
      </p:sp>
    </p:spTree>
    <p:extLst>
      <p:ext uri="{BB962C8B-B14F-4D97-AF65-F5344CB8AC3E}">
        <p14:creationId xmlns:p14="http://schemas.microsoft.com/office/powerpoint/2010/main" val="1774330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9BA916-8697-EB6E-DA47-F60F40AF26F9}"/>
              </a:ext>
            </a:extLst>
          </p:cNvPr>
          <p:cNvSpPr>
            <a:spLocks noGrp="1"/>
          </p:cNvSpPr>
          <p:nvPr>
            <p:ph type="body" idx="1"/>
          </p:nvPr>
        </p:nvSpPr>
        <p:spPr>
          <a:xfrm>
            <a:off x="1151021" y="1061358"/>
            <a:ext cx="3796536" cy="677636"/>
          </a:xfrm>
        </p:spPr>
        <p:txBody>
          <a:bodyPr>
            <a:normAutofit/>
          </a:bodyPr>
          <a:lstStyle/>
          <a:p>
            <a:r>
              <a:rPr lang="en-US" sz="1800" b="1" dirty="0">
                <a:solidFill>
                  <a:schemeClr val="tx1"/>
                </a:solidFill>
              </a:rPr>
              <a:t>How Enterprise Resource Planning Platforms Work</a:t>
            </a:r>
            <a:endParaRPr lang="en-IN" dirty="0"/>
          </a:p>
        </p:txBody>
      </p:sp>
      <p:sp>
        <p:nvSpPr>
          <p:cNvPr id="4" name="Content Placeholder 3">
            <a:extLst>
              <a:ext uri="{FF2B5EF4-FFF2-40B4-BE49-F238E27FC236}">
                <a16:creationId xmlns:a16="http://schemas.microsoft.com/office/drawing/2014/main" id="{C731839F-D1B7-8469-7573-174BA534DA41}"/>
              </a:ext>
            </a:extLst>
          </p:cNvPr>
          <p:cNvSpPr>
            <a:spLocks noGrp="1"/>
          </p:cNvSpPr>
          <p:nvPr>
            <p:ph sz="half" idx="2"/>
          </p:nvPr>
        </p:nvSpPr>
        <p:spPr>
          <a:xfrm>
            <a:off x="1224500" y="1910444"/>
            <a:ext cx="3456432" cy="3219801"/>
          </a:xfrm>
        </p:spPr>
        <p:txBody>
          <a:bodyPr>
            <a:normAutofit fontScale="85000" lnSpcReduction="10000"/>
          </a:bodyPr>
          <a:lstStyle/>
          <a:p>
            <a:r>
              <a:rPr lang="en-US" dirty="0"/>
              <a:t>Enterprise Resource Planning (ERP) platforms work by integrating all of a company's core business functions, like finance, HR, and supply chain, into a single system that uses a central database. This structure allows different departments to share information in real-time, automate processes, and create seamless workflows that streamline operations and improve decision-making. </a:t>
            </a:r>
            <a:endParaRPr lang="en-IN" dirty="0"/>
          </a:p>
          <a:p>
            <a:endParaRPr lang="en-IN" dirty="0"/>
          </a:p>
        </p:txBody>
      </p:sp>
      <p:sp>
        <p:nvSpPr>
          <p:cNvPr id="5" name="Text Placeholder 4">
            <a:extLst>
              <a:ext uri="{FF2B5EF4-FFF2-40B4-BE49-F238E27FC236}">
                <a16:creationId xmlns:a16="http://schemas.microsoft.com/office/drawing/2014/main" id="{174053AA-1900-A64F-8F75-B25701F96B14}"/>
              </a:ext>
            </a:extLst>
          </p:cNvPr>
          <p:cNvSpPr>
            <a:spLocks noGrp="1"/>
          </p:cNvSpPr>
          <p:nvPr>
            <p:ph type="body" sz="quarter" idx="3"/>
          </p:nvPr>
        </p:nvSpPr>
        <p:spPr>
          <a:xfrm>
            <a:off x="5486400" y="938893"/>
            <a:ext cx="3559628" cy="522515"/>
          </a:xfrm>
        </p:spPr>
        <p:txBody>
          <a:bodyPr>
            <a:normAutofit/>
          </a:bodyPr>
          <a:lstStyle/>
          <a:p>
            <a:r>
              <a:rPr lang="en-IN" b="1" dirty="0">
                <a:solidFill>
                  <a:schemeClr val="tx1"/>
                </a:solidFill>
              </a:rPr>
              <a:t>Centralized Database</a:t>
            </a:r>
            <a:endParaRPr lang="en-IN" dirty="0"/>
          </a:p>
        </p:txBody>
      </p:sp>
      <p:sp>
        <p:nvSpPr>
          <p:cNvPr id="6" name="Content Placeholder 5">
            <a:extLst>
              <a:ext uri="{FF2B5EF4-FFF2-40B4-BE49-F238E27FC236}">
                <a16:creationId xmlns:a16="http://schemas.microsoft.com/office/drawing/2014/main" id="{9EF5A346-B8F8-D797-1776-20CA8E65FCE4}"/>
              </a:ext>
            </a:extLst>
          </p:cNvPr>
          <p:cNvSpPr>
            <a:spLocks noGrp="1"/>
          </p:cNvSpPr>
          <p:nvPr>
            <p:ph sz="quarter" idx="4"/>
          </p:nvPr>
        </p:nvSpPr>
        <p:spPr>
          <a:xfrm>
            <a:off x="5249490" y="1616529"/>
            <a:ext cx="3796537" cy="3334868"/>
          </a:xfrm>
        </p:spPr>
        <p:txBody>
          <a:bodyPr>
            <a:normAutofit fontScale="85000" lnSpcReduction="10000"/>
          </a:bodyPr>
          <a:lstStyle/>
          <a:p>
            <a:pPr>
              <a:buClr>
                <a:schemeClr val="tx1"/>
              </a:buClr>
              <a:buFont typeface="Wingdings" panose="05000000000000000000" pitchFamily="2" charset="2"/>
              <a:buChar char="§"/>
            </a:pPr>
            <a:r>
              <a:rPr lang="en-US" dirty="0"/>
              <a:t>The </a:t>
            </a:r>
            <a:r>
              <a:rPr lang="en-US" b="1" dirty="0"/>
              <a:t>core of an ERP system</a:t>
            </a:r>
            <a:r>
              <a:rPr lang="en-US" dirty="0"/>
              <a:t> is a </a:t>
            </a:r>
            <a:r>
              <a:rPr lang="en-US" b="1" dirty="0"/>
              <a:t>central database</a:t>
            </a:r>
            <a:r>
              <a:rPr lang="en-US" dirty="0"/>
              <a:t>.</a:t>
            </a:r>
          </a:p>
          <a:p>
            <a:pPr>
              <a:buClr>
                <a:schemeClr val="tx1"/>
              </a:buClr>
              <a:buFont typeface="Wingdings" panose="05000000000000000000" pitchFamily="2" charset="2"/>
              <a:buChar char="§"/>
            </a:pPr>
            <a:r>
              <a:rPr lang="en-US" dirty="0"/>
              <a:t>All departments (Finance, HR, Sales, Inventory, etc.) </a:t>
            </a:r>
            <a:r>
              <a:rPr lang="en-US" b="1" dirty="0"/>
              <a:t>store and access data</a:t>
            </a:r>
            <a:r>
              <a:rPr lang="en-US" dirty="0"/>
              <a:t> from this one database.</a:t>
            </a:r>
          </a:p>
          <a:p>
            <a:pPr>
              <a:buClr>
                <a:schemeClr val="tx1"/>
              </a:buClr>
              <a:buFont typeface="Wingdings" panose="05000000000000000000" pitchFamily="2" charset="2"/>
              <a:buChar char="§"/>
            </a:pPr>
            <a:r>
              <a:rPr lang="en-US" dirty="0"/>
              <a:t>This avoids data duplication and ensures </a:t>
            </a:r>
            <a:r>
              <a:rPr lang="en-US" b="1" dirty="0"/>
              <a:t>real-time consistency</a:t>
            </a:r>
            <a:r>
              <a:rPr lang="en-US" dirty="0"/>
              <a:t> across the organization.</a:t>
            </a:r>
          </a:p>
          <a:p>
            <a:pPr marL="0" indent="0">
              <a:buNone/>
            </a:pPr>
            <a:r>
              <a:rPr lang="en-US" i="1" dirty="0"/>
              <a:t>Example:</a:t>
            </a:r>
            <a:br>
              <a:rPr lang="en-US" dirty="0"/>
            </a:br>
            <a:r>
              <a:rPr lang="en-US" dirty="0"/>
              <a:t>When the sales team records a new order, the inventory and accounting modules are </a:t>
            </a:r>
            <a:r>
              <a:rPr lang="en-US" b="1" dirty="0"/>
              <a:t>automatically updated</a:t>
            </a:r>
            <a:r>
              <a:rPr lang="en-US" dirty="0"/>
              <a:t>.</a:t>
            </a:r>
          </a:p>
          <a:p>
            <a:endParaRPr lang="en-IN" dirty="0"/>
          </a:p>
        </p:txBody>
      </p:sp>
    </p:spTree>
    <p:extLst>
      <p:ext uri="{BB962C8B-B14F-4D97-AF65-F5344CB8AC3E}">
        <p14:creationId xmlns:p14="http://schemas.microsoft.com/office/powerpoint/2010/main" val="2433263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7C7CD5-54C4-2C52-31BE-E712F55CDCE4}"/>
              </a:ext>
            </a:extLst>
          </p:cNvPr>
          <p:cNvSpPr>
            <a:spLocks noGrp="1"/>
          </p:cNvSpPr>
          <p:nvPr>
            <p:ph type="body" idx="1"/>
          </p:nvPr>
        </p:nvSpPr>
        <p:spPr>
          <a:xfrm>
            <a:off x="1151021" y="1167494"/>
            <a:ext cx="3690072" cy="628650"/>
          </a:xfrm>
        </p:spPr>
        <p:txBody>
          <a:bodyPr>
            <a:normAutofit fontScale="92500" lnSpcReduction="20000"/>
          </a:bodyPr>
          <a:lstStyle/>
          <a:p>
            <a:r>
              <a:rPr lang="en-IN" b="1" dirty="0">
                <a:solidFill>
                  <a:schemeClr val="tx1"/>
                </a:solidFill>
              </a:rPr>
              <a:t>Integration of Business Processes</a:t>
            </a:r>
            <a:endParaRPr lang="en-IN" dirty="0"/>
          </a:p>
        </p:txBody>
      </p:sp>
      <p:sp>
        <p:nvSpPr>
          <p:cNvPr id="4" name="Content Placeholder 3">
            <a:extLst>
              <a:ext uri="{FF2B5EF4-FFF2-40B4-BE49-F238E27FC236}">
                <a16:creationId xmlns:a16="http://schemas.microsoft.com/office/drawing/2014/main" id="{0F074113-F02E-75C2-C3C0-98143168F8EE}"/>
              </a:ext>
            </a:extLst>
          </p:cNvPr>
          <p:cNvSpPr>
            <a:spLocks noGrp="1"/>
          </p:cNvSpPr>
          <p:nvPr>
            <p:ph sz="half" idx="2"/>
          </p:nvPr>
        </p:nvSpPr>
        <p:spPr>
          <a:xfrm>
            <a:off x="1151021" y="1856945"/>
            <a:ext cx="3290351" cy="3094452"/>
          </a:xfrm>
        </p:spPr>
        <p:txBody>
          <a:bodyPr>
            <a:normAutofit fontScale="77500" lnSpcReduction="20000"/>
          </a:bodyPr>
          <a:lstStyle/>
          <a:p>
            <a:pPr>
              <a:buClr>
                <a:schemeClr val="tx1"/>
              </a:buClr>
              <a:buFont typeface="Wingdings" panose="05000000000000000000" pitchFamily="2" charset="2"/>
              <a:buChar char="§"/>
            </a:pPr>
            <a:r>
              <a:rPr lang="en-US" dirty="0"/>
              <a:t>ERP connects different departments so that their workflows are </a:t>
            </a:r>
            <a:r>
              <a:rPr lang="en-US" b="1" dirty="0"/>
              <a:t>interlinked</a:t>
            </a:r>
            <a:r>
              <a:rPr lang="en-US" dirty="0"/>
              <a:t>:</a:t>
            </a:r>
          </a:p>
          <a:p>
            <a:pPr>
              <a:buClr>
                <a:schemeClr val="tx1"/>
              </a:buClr>
              <a:buFont typeface="Wingdings" panose="05000000000000000000" pitchFamily="2" charset="2"/>
              <a:buChar char="§"/>
            </a:pPr>
            <a:r>
              <a:rPr lang="en-US" b="1" dirty="0"/>
              <a:t>Sales</a:t>
            </a:r>
            <a:r>
              <a:rPr lang="en-US" dirty="0"/>
              <a:t> → Triggers order processing</a:t>
            </a:r>
          </a:p>
          <a:p>
            <a:pPr>
              <a:buClr>
                <a:schemeClr val="tx1"/>
              </a:buClr>
              <a:buFont typeface="Wingdings" panose="05000000000000000000" pitchFamily="2" charset="2"/>
              <a:buChar char="§"/>
            </a:pPr>
            <a:r>
              <a:rPr lang="en-US" b="1" dirty="0"/>
              <a:t>Inventory</a:t>
            </a:r>
            <a:r>
              <a:rPr lang="en-US" dirty="0"/>
              <a:t> → Checks stock availability</a:t>
            </a:r>
          </a:p>
          <a:p>
            <a:pPr>
              <a:buClr>
                <a:schemeClr val="tx1"/>
              </a:buClr>
              <a:buFont typeface="Wingdings" panose="05000000000000000000" pitchFamily="2" charset="2"/>
              <a:buChar char="§"/>
            </a:pPr>
            <a:r>
              <a:rPr lang="en-US" b="1" dirty="0"/>
              <a:t>Production</a:t>
            </a:r>
            <a:r>
              <a:rPr lang="en-US" dirty="0"/>
              <a:t> → Plans manufacturing</a:t>
            </a:r>
          </a:p>
          <a:p>
            <a:pPr>
              <a:buClr>
                <a:schemeClr val="tx1"/>
              </a:buClr>
              <a:buFont typeface="Wingdings" panose="05000000000000000000" pitchFamily="2" charset="2"/>
              <a:buChar char="§"/>
            </a:pPr>
            <a:r>
              <a:rPr lang="en-US" b="1" dirty="0"/>
              <a:t>Finance</a:t>
            </a:r>
            <a:r>
              <a:rPr lang="en-US" dirty="0"/>
              <a:t> → Records revenue and updates accounts</a:t>
            </a:r>
          </a:p>
          <a:p>
            <a:pPr marL="0" indent="0">
              <a:buClr>
                <a:schemeClr val="tx1"/>
              </a:buClr>
              <a:buNone/>
            </a:pPr>
            <a:r>
              <a:rPr lang="en-US" dirty="0"/>
              <a:t>This </a:t>
            </a:r>
            <a:r>
              <a:rPr lang="en-US" b="1" dirty="0"/>
              <a:t>end-to-end integration</a:t>
            </a:r>
            <a:r>
              <a:rPr lang="en-US" dirty="0"/>
              <a:t> improves efficiency and accuracy.</a:t>
            </a:r>
          </a:p>
          <a:p>
            <a:endParaRPr lang="en-IN" dirty="0"/>
          </a:p>
        </p:txBody>
      </p:sp>
      <p:sp>
        <p:nvSpPr>
          <p:cNvPr id="5" name="Text Placeholder 4">
            <a:extLst>
              <a:ext uri="{FF2B5EF4-FFF2-40B4-BE49-F238E27FC236}">
                <a16:creationId xmlns:a16="http://schemas.microsoft.com/office/drawing/2014/main" id="{D3CD1CBF-0076-13F2-D732-688E5E5B29FF}"/>
              </a:ext>
            </a:extLst>
          </p:cNvPr>
          <p:cNvSpPr>
            <a:spLocks noGrp="1"/>
          </p:cNvSpPr>
          <p:nvPr>
            <p:ph type="body" sz="quarter" idx="3"/>
          </p:nvPr>
        </p:nvSpPr>
        <p:spPr>
          <a:xfrm>
            <a:off x="5208814" y="1077685"/>
            <a:ext cx="3788228" cy="555172"/>
          </a:xfrm>
        </p:spPr>
        <p:txBody>
          <a:bodyPr>
            <a:normAutofit fontScale="92500" lnSpcReduction="20000"/>
          </a:bodyPr>
          <a:lstStyle/>
          <a:p>
            <a:r>
              <a:rPr lang="en-IN" b="1" dirty="0">
                <a:solidFill>
                  <a:schemeClr val="tx1"/>
                </a:solidFill>
              </a:rPr>
              <a:t>Automation of Tasks</a:t>
            </a:r>
            <a:endParaRPr lang="en-IN" dirty="0"/>
          </a:p>
        </p:txBody>
      </p:sp>
      <p:sp>
        <p:nvSpPr>
          <p:cNvPr id="6" name="Content Placeholder 5">
            <a:extLst>
              <a:ext uri="{FF2B5EF4-FFF2-40B4-BE49-F238E27FC236}">
                <a16:creationId xmlns:a16="http://schemas.microsoft.com/office/drawing/2014/main" id="{83A83E4A-4961-DCD3-792F-3F887230B1B3}"/>
              </a:ext>
            </a:extLst>
          </p:cNvPr>
          <p:cNvSpPr>
            <a:spLocks noGrp="1"/>
          </p:cNvSpPr>
          <p:nvPr>
            <p:ph sz="quarter" idx="4"/>
          </p:nvPr>
        </p:nvSpPr>
        <p:spPr>
          <a:xfrm>
            <a:off x="4841094" y="1918607"/>
            <a:ext cx="4155948" cy="3322865"/>
          </a:xfrm>
        </p:spPr>
        <p:txBody>
          <a:bodyPr>
            <a:normAutofit fontScale="77500" lnSpcReduction="20000"/>
          </a:bodyPr>
          <a:lstStyle/>
          <a:p>
            <a:pPr marL="0" indent="0">
              <a:buClr>
                <a:schemeClr val="tx1"/>
              </a:buClr>
              <a:buNone/>
            </a:pPr>
            <a:r>
              <a:rPr lang="en-US" dirty="0"/>
              <a:t>ERP automates </a:t>
            </a:r>
            <a:r>
              <a:rPr lang="en-US" b="1" dirty="0"/>
              <a:t>routine and repetitive tasks</a:t>
            </a:r>
            <a:r>
              <a:rPr lang="en-US" dirty="0"/>
              <a:t>, such as:</a:t>
            </a:r>
          </a:p>
          <a:p>
            <a:pPr>
              <a:buClr>
                <a:schemeClr val="tx1"/>
              </a:buClr>
              <a:buFont typeface="Wingdings" panose="05000000000000000000" pitchFamily="2" charset="2"/>
              <a:buChar char="§"/>
            </a:pPr>
            <a:r>
              <a:rPr lang="en-US" dirty="0"/>
              <a:t>Generating invoices</a:t>
            </a:r>
          </a:p>
          <a:p>
            <a:pPr>
              <a:buClr>
                <a:schemeClr val="tx1"/>
              </a:buClr>
              <a:buFont typeface="Wingdings" panose="05000000000000000000" pitchFamily="2" charset="2"/>
              <a:buChar char="§"/>
            </a:pPr>
            <a:r>
              <a:rPr lang="en-US" dirty="0"/>
              <a:t>Updating stock levels</a:t>
            </a:r>
          </a:p>
          <a:p>
            <a:pPr>
              <a:buClr>
                <a:schemeClr val="tx1"/>
              </a:buClr>
              <a:buFont typeface="Wingdings" panose="05000000000000000000" pitchFamily="2" charset="2"/>
              <a:buChar char="§"/>
            </a:pPr>
            <a:r>
              <a:rPr lang="en-US" dirty="0"/>
              <a:t>Processing payroll</a:t>
            </a:r>
          </a:p>
          <a:p>
            <a:pPr>
              <a:buClr>
                <a:schemeClr val="tx1"/>
              </a:buClr>
              <a:buFont typeface="Wingdings" panose="05000000000000000000" pitchFamily="2" charset="2"/>
              <a:buChar char="§"/>
            </a:pPr>
            <a:r>
              <a:rPr lang="en-US" dirty="0"/>
              <a:t>Tracking shipments</a:t>
            </a:r>
          </a:p>
          <a:p>
            <a:pPr marL="0" indent="0">
              <a:buClr>
                <a:schemeClr val="tx1"/>
              </a:buClr>
              <a:buNone/>
            </a:pPr>
            <a:r>
              <a:rPr lang="en-US" dirty="0"/>
              <a:t>Automation saves time, reduces manual errors, and increases productivity.</a:t>
            </a:r>
          </a:p>
          <a:p>
            <a:endParaRPr lang="en-IN" dirty="0"/>
          </a:p>
        </p:txBody>
      </p:sp>
    </p:spTree>
    <p:extLst>
      <p:ext uri="{BB962C8B-B14F-4D97-AF65-F5344CB8AC3E}">
        <p14:creationId xmlns:p14="http://schemas.microsoft.com/office/powerpoint/2010/main" val="2345402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074CCF-C7D6-780C-1742-52D09FB38EA9}"/>
              </a:ext>
            </a:extLst>
          </p:cNvPr>
          <p:cNvSpPr>
            <a:spLocks noGrp="1"/>
          </p:cNvSpPr>
          <p:nvPr>
            <p:ph type="body" idx="1"/>
          </p:nvPr>
        </p:nvSpPr>
        <p:spPr>
          <a:xfrm>
            <a:off x="1102036" y="1159328"/>
            <a:ext cx="3837357" cy="628650"/>
          </a:xfrm>
        </p:spPr>
        <p:txBody>
          <a:bodyPr>
            <a:normAutofit fontScale="85000" lnSpcReduction="20000"/>
          </a:bodyPr>
          <a:lstStyle/>
          <a:p>
            <a:r>
              <a:rPr lang="en-IN" b="1" dirty="0">
                <a:solidFill>
                  <a:schemeClr val="tx1"/>
                </a:solidFill>
              </a:rPr>
              <a:t>Real-Time Data and Reporting</a:t>
            </a:r>
            <a:endParaRPr lang="en-IN" dirty="0"/>
          </a:p>
        </p:txBody>
      </p:sp>
      <p:sp>
        <p:nvSpPr>
          <p:cNvPr id="4" name="Content Placeholder 3">
            <a:extLst>
              <a:ext uri="{FF2B5EF4-FFF2-40B4-BE49-F238E27FC236}">
                <a16:creationId xmlns:a16="http://schemas.microsoft.com/office/drawing/2014/main" id="{FBB09878-C0C5-E9EE-CECA-08026142EE15}"/>
              </a:ext>
            </a:extLst>
          </p:cNvPr>
          <p:cNvSpPr>
            <a:spLocks noGrp="1"/>
          </p:cNvSpPr>
          <p:nvPr>
            <p:ph sz="half" idx="2"/>
          </p:nvPr>
        </p:nvSpPr>
        <p:spPr>
          <a:xfrm>
            <a:off x="1151021" y="1861457"/>
            <a:ext cx="3456432" cy="3641271"/>
          </a:xfrm>
        </p:spPr>
        <p:txBody>
          <a:bodyPr>
            <a:normAutofit fontScale="77500" lnSpcReduction="20000"/>
          </a:bodyPr>
          <a:lstStyle/>
          <a:p>
            <a:pPr>
              <a:buClr>
                <a:schemeClr val="tx1"/>
              </a:buClr>
              <a:buFont typeface="Wingdings" panose="05000000000000000000" pitchFamily="2" charset="2"/>
              <a:buChar char="§"/>
            </a:pPr>
            <a:r>
              <a:rPr lang="en-US" dirty="0"/>
              <a:t>ERP provides </a:t>
            </a:r>
            <a:r>
              <a:rPr lang="en-US" b="1" dirty="0"/>
              <a:t>real-time dashboards and analytics</a:t>
            </a:r>
            <a:r>
              <a:rPr lang="en-US" dirty="0"/>
              <a:t> for managers.</a:t>
            </a:r>
          </a:p>
          <a:p>
            <a:pPr>
              <a:buClr>
                <a:schemeClr val="tx1"/>
              </a:buClr>
              <a:buFont typeface="Wingdings" panose="05000000000000000000" pitchFamily="2" charset="2"/>
              <a:buChar char="§"/>
            </a:pPr>
            <a:r>
              <a:rPr lang="en-US" dirty="0"/>
              <a:t>Decision-makers can monitor sales, expenses, inventory, and performance </a:t>
            </a:r>
            <a:r>
              <a:rPr lang="en-US" b="1" dirty="0"/>
              <a:t>instantly</a:t>
            </a:r>
            <a:r>
              <a:rPr lang="en-US" dirty="0"/>
              <a:t>.</a:t>
            </a:r>
          </a:p>
          <a:p>
            <a:pPr>
              <a:buClr>
                <a:schemeClr val="tx1"/>
              </a:buClr>
              <a:buFont typeface="Wingdings" panose="05000000000000000000" pitchFamily="2" charset="2"/>
              <a:buChar char="§"/>
            </a:pPr>
            <a:r>
              <a:rPr lang="en-US" dirty="0"/>
              <a:t>Helps identify issues early and supports </a:t>
            </a:r>
            <a:r>
              <a:rPr lang="en-US" b="1" dirty="0"/>
              <a:t>data-driven decisions</a:t>
            </a:r>
            <a:r>
              <a:rPr lang="en-US" dirty="0"/>
              <a:t>.</a:t>
            </a:r>
          </a:p>
        </p:txBody>
      </p:sp>
      <p:sp>
        <p:nvSpPr>
          <p:cNvPr id="5" name="Text Placeholder 4">
            <a:extLst>
              <a:ext uri="{FF2B5EF4-FFF2-40B4-BE49-F238E27FC236}">
                <a16:creationId xmlns:a16="http://schemas.microsoft.com/office/drawing/2014/main" id="{0ED982A1-4693-D3A1-B7F7-DFEC78ED64D9}"/>
              </a:ext>
            </a:extLst>
          </p:cNvPr>
          <p:cNvSpPr>
            <a:spLocks noGrp="1"/>
          </p:cNvSpPr>
          <p:nvPr>
            <p:ph type="body" sz="quarter" idx="3"/>
          </p:nvPr>
        </p:nvSpPr>
        <p:spPr>
          <a:xfrm>
            <a:off x="4841093" y="1216478"/>
            <a:ext cx="4302907" cy="359229"/>
          </a:xfrm>
        </p:spPr>
        <p:txBody>
          <a:bodyPr>
            <a:normAutofit fontScale="85000" lnSpcReduction="20000"/>
          </a:bodyPr>
          <a:lstStyle/>
          <a:p>
            <a:r>
              <a:rPr lang="en-IN" b="1" dirty="0">
                <a:solidFill>
                  <a:schemeClr val="tx1"/>
                </a:solidFill>
              </a:rPr>
              <a:t>Modular Structure</a:t>
            </a:r>
            <a:endParaRPr lang="en-IN" dirty="0"/>
          </a:p>
        </p:txBody>
      </p:sp>
      <p:sp>
        <p:nvSpPr>
          <p:cNvPr id="6" name="Content Placeholder 5">
            <a:extLst>
              <a:ext uri="{FF2B5EF4-FFF2-40B4-BE49-F238E27FC236}">
                <a16:creationId xmlns:a16="http://schemas.microsoft.com/office/drawing/2014/main" id="{DA9F06E6-216A-0617-A01B-4EC74F1389A4}"/>
              </a:ext>
            </a:extLst>
          </p:cNvPr>
          <p:cNvSpPr>
            <a:spLocks noGrp="1"/>
          </p:cNvSpPr>
          <p:nvPr>
            <p:ph sz="quarter" idx="4"/>
          </p:nvPr>
        </p:nvSpPr>
        <p:spPr>
          <a:xfrm>
            <a:off x="4841094" y="1780582"/>
            <a:ext cx="3456432" cy="3170816"/>
          </a:xfrm>
        </p:spPr>
        <p:txBody>
          <a:bodyPr>
            <a:normAutofit fontScale="77500" lnSpcReduction="20000"/>
          </a:bodyPr>
          <a:lstStyle/>
          <a:p>
            <a:pPr marL="0" indent="0">
              <a:buClr>
                <a:schemeClr val="tx1"/>
              </a:buClr>
              <a:buNone/>
            </a:pPr>
            <a:r>
              <a:rPr lang="en-US" dirty="0"/>
              <a:t>ERP systems are built using </a:t>
            </a:r>
            <a:r>
              <a:rPr lang="en-US" b="1" dirty="0"/>
              <a:t>modules</a:t>
            </a:r>
            <a:r>
              <a:rPr lang="en-US" dirty="0"/>
              <a:t>, each focusing on a specific area of business:</a:t>
            </a:r>
          </a:p>
          <a:p>
            <a:pPr>
              <a:buClr>
                <a:schemeClr val="tx1"/>
              </a:buClr>
              <a:buFont typeface="Wingdings" panose="05000000000000000000" pitchFamily="2" charset="2"/>
              <a:buChar char="§"/>
            </a:pPr>
            <a:r>
              <a:rPr lang="en-US" b="1" dirty="0"/>
              <a:t>Finance Module:</a:t>
            </a:r>
            <a:r>
              <a:rPr lang="en-US" dirty="0"/>
              <a:t> Manages accounting and budgeting.</a:t>
            </a:r>
          </a:p>
          <a:p>
            <a:pPr>
              <a:buClr>
                <a:schemeClr val="tx1"/>
              </a:buClr>
              <a:buFont typeface="Wingdings" panose="05000000000000000000" pitchFamily="2" charset="2"/>
              <a:buChar char="§"/>
            </a:pPr>
            <a:r>
              <a:rPr lang="en-US" b="1" dirty="0"/>
              <a:t>HR Module:</a:t>
            </a:r>
            <a:r>
              <a:rPr lang="en-US" dirty="0"/>
              <a:t> Handles employee data and payroll.</a:t>
            </a:r>
          </a:p>
          <a:p>
            <a:pPr>
              <a:buClr>
                <a:schemeClr val="tx1"/>
              </a:buClr>
              <a:buFont typeface="Wingdings" panose="05000000000000000000" pitchFamily="2" charset="2"/>
              <a:buChar char="§"/>
            </a:pPr>
            <a:r>
              <a:rPr lang="en-US" b="1" dirty="0"/>
              <a:t>Inventory Module:</a:t>
            </a:r>
            <a:r>
              <a:rPr lang="en-US" dirty="0"/>
              <a:t> Tracks stock and supplies.</a:t>
            </a:r>
          </a:p>
          <a:p>
            <a:pPr>
              <a:buClr>
                <a:schemeClr val="tx1"/>
              </a:buClr>
              <a:buFont typeface="Wingdings" panose="05000000000000000000" pitchFamily="2" charset="2"/>
              <a:buChar char="§"/>
            </a:pPr>
            <a:r>
              <a:rPr lang="en-US" b="1" dirty="0"/>
              <a:t>Sales Module:</a:t>
            </a:r>
            <a:r>
              <a:rPr lang="en-US" dirty="0"/>
              <a:t> Manages customer orders and billing.</a:t>
            </a:r>
          </a:p>
          <a:p>
            <a:pPr marL="0" indent="0">
              <a:buClr>
                <a:schemeClr val="tx1"/>
              </a:buClr>
              <a:buNone/>
            </a:pPr>
            <a:r>
              <a:rPr lang="en-US" dirty="0"/>
              <a:t>Companies can </a:t>
            </a:r>
            <a:r>
              <a:rPr lang="en-US" b="1" dirty="0"/>
              <a:t>implement modules as needed</a:t>
            </a:r>
            <a:r>
              <a:rPr lang="en-US" dirty="0"/>
              <a:t> and expand later.</a:t>
            </a:r>
          </a:p>
          <a:p>
            <a:endParaRPr lang="en-IN" dirty="0"/>
          </a:p>
        </p:txBody>
      </p:sp>
    </p:spTree>
    <p:extLst>
      <p:ext uri="{BB962C8B-B14F-4D97-AF65-F5344CB8AC3E}">
        <p14:creationId xmlns:p14="http://schemas.microsoft.com/office/powerpoint/2010/main" val="1630966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A45F2B-4DC0-B525-B0DB-D8C7753362C6}"/>
              </a:ext>
            </a:extLst>
          </p:cNvPr>
          <p:cNvSpPr>
            <a:spLocks noGrp="1"/>
          </p:cNvSpPr>
          <p:nvPr>
            <p:ph type="body" idx="1"/>
          </p:nvPr>
        </p:nvSpPr>
        <p:spPr>
          <a:xfrm>
            <a:off x="1151021" y="990027"/>
            <a:ext cx="3456432" cy="659159"/>
          </a:xfrm>
        </p:spPr>
        <p:txBody>
          <a:bodyPr>
            <a:normAutofit fontScale="92500" lnSpcReduction="20000"/>
          </a:bodyPr>
          <a:lstStyle/>
          <a:p>
            <a:r>
              <a:rPr lang="en-IN" b="1" dirty="0">
                <a:solidFill>
                  <a:schemeClr val="tx1"/>
                </a:solidFill>
              </a:rPr>
              <a:t>Cloud and On-Premise Deployment</a:t>
            </a:r>
            <a:endParaRPr lang="en-IN" dirty="0"/>
          </a:p>
        </p:txBody>
      </p:sp>
      <p:sp>
        <p:nvSpPr>
          <p:cNvPr id="4" name="Content Placeholder 3">
            <a:extLst>
              <a:ext uri="{FF2B5EF4-FFF2-40B4-BE49-F238E27FC236}">
                <a16:creationId xmlns:a16="http://schemas.microsoft.com/office/drawing/2014/main" id="{83334898-7382-5F08-3EC3-77C8C6DBA400}"/>
              </a:ext>
            </a:extLst>
          </p:cNvPr>
          <p:cNvSpPr>
            <a:spLocks noGrp="1"/>
          </p:cNvSpPr>
          <p:nvPr>
            <p:ph sz="half" idx="2"/>
          </p:nvPr>
        </p:nvSpPr>
        <p:spPr>
          <a:xfrm>
            <a:off x="1151021" y="1714501"/>
            <a:ext cx="3456432" cy="3244295"/>
          </a:xfrm>
        </p:spPr>
        <p:txBody>
          <a:bodyPr/>
          <a:lstStyle/>
          <a:p>
            <a:pPr>
              <a:buClr>
                <a:schemeClr val="tx1"/>
              </a:buClr>
              <a:buFont typeface="Wingdings" panose="05000000000000000000" pitchFamily="2" charset="2"/>
              <a:buChar char="§"/>
            </a:pPr>
            <a:r>
              <a:rPr lang="en-US" b="1" dirty="0"/>
              <a:t>On-Premise ERP:</a:t>
            </a:r>
            <a:r>
              <a:rPr lang="en-US" dirty="0"/>
              <a:t> Installed locally on company servers.</a:t>
            </a:r>
          </a:p>
          <a:p>
            <a:pPr>
              <a:buClr>
                <a:schemeClr val="tx1"/>
              </a:buClr>
              <a:buFont typeface="Wingdings" panose="05000000000000000000" pitchFamily="2" charset="2"/>
              <a:buChar char="§"/>
            </a:pPr>
            <a:r>
              <a:rPr lang="en-US" b="1" dirty="0"/>
              <a:t>Cloud ERP:</a:t>
            </a:r>
            <a:r>
              <a:rPr lang="en-US" dirty="0"/>
              <a:t> Hosted online and accessed via the internet.</a:t>
            </a:r>
          </a:p>
          <a:p>
            <a:pPr>
              <a:buClr>
                <a:schemeClr val="tx1"/>
              </a:buClr>
              <a:buFont typeface="Wingdings" panose="05000000000000000000" pitchFamily="2" charset="2"/>
              <a:buChar char="§"/>
            </a:pPr>
            <a:r>
              <a:rPr lang="en-US" dirty="0"/>
              <a:t>Many modern systems offer </a:t>
            </a:r>
            <a:r>
              <a:rPr lang="en-US" b="1" dirty="0"/>
              <a:t>hybrid solutions</a:t>
            </a:r>
            <a:r>
              <a:rPr lang="en-US" dirty="0"/>
              <a:t>, combining both.</a:t>
            </a:r>
          </a:p>
          <a:p>
            <a:endParaRPr lang="en-IN" dirty="0"/>
          </a:p>
        </p:txBody>
      </p:sp>
      <p:sp>
        <p:nvSpPr>
          <p:cNvPr id="5" name="Text Placeholder 4">
            <a:extLst>
              <a:ext uri="{FF2B5EF4-FFF2-40B4-BE49-F238E27FC236}">
                <a16:creationId xmlns:a16="http://schemas.microsoft.com/office/drawing/2014/main" id="{D7A802DC-F68B-3CE7-7895-5577A5EBBF51}"/>
              </a:ext>
            </a:extLst>
          </p:cNvPr>
          <p:cNvSpPr>
            <a:spLocks noGrp="1"/>
          </p:cNvSpPr>
          <p:nvPr>
            <p:ph type="body" sz="quarter" idx="3"/>
          </p:nvPr>
        </p:nvSpPr>
        <p:spPr>
          <a:xfrm>
            <a:off x="4841093" y="990026"/>
            <a:ext cx="4302907" cy="397902"/>
          </a:xfrm>
        </p:spPr>
        <p:txBody>
          <a:bodyPr>
            <a:normAutofit fontScale="92500" lnSpcReduction="20000"/>
          </a:bodyPr>
          <a:lstStyle/>
          <a:p>
            <a:r>
              <a:rPr lang="en-IN" b="1" dirty="0">
                <a:solidFill>
                  <a:schemeClr val="tx1"/>
                </a:solidFill>
              </a:rPr>
              <a:t>Security and Access Control</a:t>
            </a:r>
            <a:endParaRPr lang="en-IN" dirty="0"/>
          </a:p>
        </p:txBody>
      </p:sp>
      <p:sp>
        <p:nvSpPr>
          <p:cNvPr id="6" name="Content Placeholder 5">
            <a:extLst>
              <a:ext uri="{FF2B5EF4-FFF2-40B4-BE49-F238E27FC236}">
                <a16:creationId xmlns:a16="http://schemas.microsoft.com/office/drawing/2014/main" id="{4BC2E1E6-CCDC-748D-03E2-ED94D5467DBE}"/>
              </a:ext>
            </a:extLst>
          </p:cNvPr>
          <p:cNvSpPr>
            <a:spLocks noGrp="1"/>
          </p:cNvSpPr>
          <p:nvPr>
            <p:ph sz="quarter" idx="4"/>
          </p:nvPr>
        </p:nvSpPr>
        <p:spPr>
          <a:xfrm>
            <a:off x="5012872" y="1787979"/>
            <a:ext cx="4131127" cy="3163418"/>
          </a:xfrm>
        </p:spPr>
        <p:txBody>
          <a:bodyPr/>
          <a:lstStyle/>
          <a:p>
            <a:pPr lvl="0" eaLnBrk="0" fontAlgn="base" hangingPunct="0">
              <a:lnSpc>
                <a:spcPct val="100000"/>
              </a:lnSpc>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ERP systems use </a:t>
            </a:r>
            <a:r>
              <a:rPr lang="en-US" altLang="en-US" b="1" dirty="0">
                <a:latin typeface="Arial" panose="020B0604020202020204" pitchFamily="34" charset="0"/>
              </a:rPr>
              <a:t>role-based access control</a:t>
            </a:r>
            <a:r>
              <a:rPr lang="en-US" altLang="en-US" dirty="0">
                <a:latin typeface="Arial" panose="020B0604020202020204" pitchFamily="34" charset="0"/>
              </a:rPr>
              <a:t>, meaning users only access data relevant to their job.</a:t>
            </a:r>
          </a:p>
          <a:p>
            <a:pPr lvl="0" eaLnBrk="0" fontAlgn="base" hangingPunct="0">
              <a:lnSpc>
                <a:spcPct val="100000"/>
              </a:lnSpc>
              <a:spcBef>
                <a:spcPct val="0"/>
              </a:spcBef>
              <a:spcAft>
                <a:spcPct val="0"/>
              </a:spcAft>
              <a:buClrTx/>
              <a:buSzTx/>
              <a:buFont typeface="Wingdings" panose="05000000000000000000" pitchFamily="2" charset="2"/>
              <a:buChar char="§"/>
            </a:pPr>
            <a:r>
              <a:rPr lang="en-US" altLang="en-US" dirty="0">
                <a:latin typeface="Arial" panose="020B0604020202020204" pitchFamily="34" charset="0"/>
              </a:rPr>
              <a:t>Includes </a:t>
            </a:r>
            <a:r>
              <a:rPr lang="en-US" altLang="en-US" b="1" dirty="0">
                <a:latin typeface="Arial" panose="020B0604020202020204" pitchFamily="34" charset="0"/>
              </a:rPr>
              <a:t>data encryption, backups, and user authentication</a:t>
            </a:r>
            <a:r>
              <a:rPr lang="en-US" altLang="en-US" dirty="0">
                <a:latin typeface="Arial" panose="020B0604020202020204" pitchFamily="34" charset="0"/>
              </a:rPr>
              <a:t> to protect sensitive information.</a:t>
            </a:r>
          </a:p>
          <a:p>
            <a:endParaRPr lang="en-IN" dirty="0"/>
          </a:p>
        </p:txBody>
      </p:sp>
    </p:spTree>
    <p:extLst>
      <p:ext uri="{BB962C8B-B14F-4D97-AF65-F5344CB8AC3E}">
        <p14:creationId xmlns:p14="http://schemas.microsoft.com/office/powerpoint/2010/main" val="1169326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F59B2-A0F1-C38C-BEEB-736649D94A84}"/>
              </a:ext>
            </a:extLst>
          </p:cNvPr>
          <p:cNvSpPr>
            <a:spLocks noGrp="1"/>
          </p:cNvSpPr>
          <p:nvPr>
            <p:ph type="title"/>
          </p:nvPr>
        </p:nvSpPr>
        <p:spPr>
          <a:xfrm>
            <a:off x="1265465" y="1314450"/>
            <a:ext cx="5690037" cy="501446"/>
          </a:xfrm>
        </p:spPr>
        <p:txBody>
          <a:bodyPr>
            <a:normAutofit fontScale="90000"/>
          </a:bodyPr>
          <a:lstStyle/>
          <a:p>
            <a:r>
              <a:rPr lang="en-IN" b="1" dirty="0">
                <a:solidFill>
                  <a:schemeClr val="tx1"/>
                </a:solidFill>
              </a:rPr>
              <a:t>Types of ERP</a:t>
            </a:r>
          </a:p>
        </p:txBody>
      </p:sp>
      <p:graphicFrame>
        <p:nvGraphicFramePr>
          <p:cNvPr id="4" name="Content Placeholder 3">
            <a:extLst>
              <a:ext uri="{FF2B5EF4-FFF2-40B4-BE49-F238E27FC236}">
                <a16:creationId xmlns:a16="http://schemas.microsoft.com/office/drawing/2014/main" id="{576EC0B2-FE54-4B04-14A3-823CFB09F5FB}"/>
              </a:ext>
            </a:extLst>
          </p:cNvPr>
          <p:cNvGraphicFramePr>
            <a:graphicFrameLocks noGrp="1"/>
          </p:cNvGraphicFramePr>
          <p:nvPr>
            <p:ph idx="1"/>
            <p:extLst>
              <p:ext uri="{D42A27DB-BD31-4B8C-83A1-F6EECF244321}">
                <p14:modId xmlns:p14="http://schemas.microsoft.com/office/powerpoint/2010/main" val="3782960125"/>
              </p:ext>
            </p:extLst>
          </p:nvPr>
        </p:nvGraphicFramePr>
        <p:xfrm>
          <a:off x="1265464" y="1970753"/>
          <a:ext cx="6757658" cy="3463509"/>
        </p:xfrm>
        <a:graphic>
          <a:graphicData uri="http://schemas.openxmlformats.org/drawingml/2006/table">
            <a:tbl>
              <a:tblPr/>
              <a:tblGrid>
                <a:gridCol w="2238996">
                  <a:extLst>
                    <a:ext uri="{9D8B030D-6E8A-4147-A177-3AD203B41FA5}">
                      <a16:colId xmlns:a16="http://schemas.microsoft.com/office/drawing/2014/main" val="2502700109"/>
                    </a:ext>
                  </a:extLst>
                </a:gridCol>
                <a:gridCol w="2259331">
                  <a:extLst>
                    <a:ext uri="{9D8B030D-6E8A-4147-A177-3AD203B41FA5}">
                      <a16:colId xmlns:a16="http://schemas.microsoft.com/office/drawing/2014/main" val="3210799791"/>
                    </a:ext>
                  </a:extLst>
                </a:gridCol>
                <a:gridCol w="2259331">
                  <a:extLst>
                    <a:ext uri="{9D8B030D-6E8A-4147-A177-3AD203B41FA5}">
                      <a16:colId xmlns:a16="http://schemas.microsoft.com/office/drawing/2014/main" val="1260199815"/>
                    </a:ext>
                  </a:extLst>
                </a:gridCol>
              </a:tblGrid>
              <a:tr h="345615">
                <a:tc>
                  <a:txBody>
                    <a:bodyPr/>
                    <a:lstStyle/>
                    <a:p>
                      <a:pPr>
                        <a:buNone/>
                      </a:pPr>
                      <a:r>
                        <a:rPr lang="en-IN" sz="1500" b="1" dirty="0"/>
                        <a:t>Type of ERP</a:t>
                      </a:r>
                      <a:endParaRPr lang="en-IN" sz="15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a:t>Deployment</a:t>
                      </a:r>
                      <a:endParaRPr lang="en-IN" sz="15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dirty="0"/>
                        <a:t>Best For</a:t>
                      </a:r>
                      <a:endParaRPr lang="en-IN" sz="15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4993452"/>
                  </a:ext>
                </a:extLst>
              </a:tr>
              <a:tr h="345615">
                <a:tc>
                  <a:txBody>
                    <a:bodyPr/>
                    <a:lstStyle/>
                    <a:p>
                      <a:pPr>
                        <a:buNone/>
                      </a:pPr>
                      <a:r>
                        <a:rPr lang="en-IN" sz="1500" dirty="0"/>
                        <a:t>On-Premise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Local servers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Large enterprises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0771524"/>
                  </a:ext>
                </a:extLst>
              </a:tr>
              <a:tr h="345615">
                <a:tc>
                  <a:txBody>
                    <a:bodyPr/>
                    <a:lstStyle/>
                    <a:p>
                      <a:pPr>
                        <a:buNone/>
                      </a:pPr>
                      <a:r>
                        <a:rPr lang="en-IN" sz="1500" dirty="0"/>
                        <a:t>Cloud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Online/cloud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SMEs, scalable needs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0875726"/>
                  </a:ext>
                </a:extLst>
              </a:tr>
              <a:tr h="525780">
                <a:tc>
                  <a:txBody>
                    <a:bodyPr/>
                    <a:lstStyle/>
                    <a:p>
                      <a:pPr>
                        <a:buNone/>
                      </a:pPr>
                      <a:r>
                        <a:rPr lang="en-IN" sz="1500" dirty="0"/>
                        <a:t>Hybrid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Mix of cloud + on-premise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Growing companies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4770591"/>
                  </a:ext>
                </a:extLst>
              </a:tr>
              <a:tr h="604827">
                <a:tc>
                  <a:txBody>
                    <a:bodyPr/>
                    <a:lstStyle/>
                    <a:p>
                      <a:pPr>
                        <a:buNone/>
                      </a:pPr>
                      <a:r>
                        <a:rPr lang="en-IN" sz="1500" dirty="0"/>
                        <a:t>Vertical ERP</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Industry-specific</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Manufacturing, healthcare, retail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9918511"/>
                  </a:ext>
                </a:extLst>
              </a:tr>
              <a:tr h="604827">
                <a:tc>
                  <a:txBody>
                    <a:bodyPr/>
                    <a:lstStyle/>
                    <a:p>
                      <a:pPr>
                        <a:buNone/>
                      </a:pPr>
                      <a:r>
                        <a:rPr lang="en-IN" sz="1500"/>
                        <a:t>Horizontal ERP</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General-purpose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Most mid &amp; large businesses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728227"/>
                  </a:ext>
                </a:extLst>
              </a:tr>
              <a:tr h="345615">
                <a:tc>
                  <a:txBody>
                    <a:bodyPr/>
                    <a:lstStyle/>
                    <a:p>
                      <a:pPr>
                        <a:buNone/>
                      </a:pPr>
                      <a:r>
                        <a:rPr lang="en-IN" sz="1500"/>
                        <a:t>Open-Source ERP</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Customizable code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Startups, tech teams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2313640"/>
                  </a:ext>
                </a:extLst>
              </a:tr>
              <a:tr h="345615">
                <a:tc>
                  <a:txBody>
                    <a:bodyPr/>
                    <a:lstStyle/>
                    <a:p>
                      <a:pPr>
                        <a:buNone/>
                      </a:pPr>
                      <a:r>
                        <a:rPr lang="en-IN" sz="1500"/>
                        <a:t>Small Business ERP</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Lightweight versions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dirty="0"/>
                        <a:t>Small businesses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13029"/>
                  </a:ext>
                </a:extLst>
              </a:tr>
            </a:tbl>
          </a:graphicData>
        </a:graphic>
      </p:graphicFrame>
    </p:spTree>
    <p:extLst>
      <p:ext uri="{BB962C8B-B14F-4D97-AF65-F5344CB8AC3E}">
        <p14:creationId xmlns:p14="http://schemas.microsoft.com/office/powerpoint/2010/main" val="263163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DA1BB-A253-6D35-969A-8882321518A2}"/>
              </a:ext>
            </a:extLst>
          </p:cNvPr>
          <p:cNvSpPr>
            <a:spLocks noGrp="1"/>
          </p:cNvSpPr>
          <p:nvPr>
            <p:ph type="title"/>
          </p:nvPr>
        </p:nvSpPr>
        <p:spPr>
          <a:xfrm>
            <a:off x="1093872" y="1101411"/>
            <a:ext cx="7140119" cy="786926"/>
          </a:xfrm>
        </p:spPr>
        <p:txBody>
          <a:bodyPr/>
          <a:lstStyle/>
          <a:p>
            <a:r>
              <a:rPr lang="en-IN" b="1" dirty="0">
                <a:solidFill>
                  <a:schemeClr val="tx1"/>
                </a:solidFill>
              </a:rPr>
              <a:t>Benefits of ERP</a:t>
            </a:r>
          </a:p>
        </p:txBody>
      </p:sp>
      <p:sp>
        <p:nvSpPr>
          <p:cNvPr id="3" name="Content Placeholder 2">
            <a:extLst>
              <a:ext uri="{FF2B5EF4-FFF2-40B4-BE49-F238E27FC236}">
                <a16:creationId xmlns:a16="http://schemas.microsoft.com/office/drawing/2014/main" id="{A71E01E1-BA64-D402-C53D-8DAD2B85E28C}"/>
              </a:ext>
            </a:extLst>
          </p:cNvPr>
          <p:cNvSpPr>
            <a:spLocks noGrp="1"/>
          </p:cNvSpPr>
          <p:nvPr>
            <p:ph idx="1"/>
          </p:nvPr>
        </p:nvSpPr>
        <p:spPr>
          <a:xfrm>
            <a:off x="1159328" y="1888338"/>
            <a:ext cx="7878536" cy="3418448"/>
          </a:xfrm>
        </p:spPr>
        <p:txBody>
          <a:bodyPr>
            <a:normAutofit fontScale="92500" lnSpcReduction="10000"/>
          </a:bodyPr>
          <a:lstStyle/>
          <a:p>
            <a:pPr>
              <a:buClr>
                <a:schemeClr val="tx1"/>
              </a:buClr>
              <a:buFont typeface="Wingdings" panose="05000000000000000000" pitchFamily="2" charset="2"/>
              <a:buChar char="§"/>
            </a:pPr>
            <a:r>
              <a:rPr lang="en-US" sz="1500" dirty="0"/>
              <a:t>ERP systems provide many advantages by integrating different business functions into a single platform.</a:t>
            </a:r>
          </a:p>
          <a:p>
            <a:pPr lvl="0">
              <a:buClr>
                <a:schemeClr val="tx1"/>
              </a:buClr>
              <a:buFont typeface="Wingdings" panose="05000000000000000000" pitchFamily="2" charset="2"/>
              <a:buChar char="§"/>
            </a:pPr>
            <a:r>
              <a:rPr lang="en-IN" sz="1500" b="1" dirty="0"/>
              <a:t>Increased productivity and efficiency:</a:t>
            </a:r>
            <a:r>
              <a:rPr lang="en-IN" sz="1500" dirty="0"/>
              <a:t> Automating routine tasks reduces manual data entry and errors, speeding up operations.</a:t>
            </a:r>
          </a:p>
          <a:p>
            <a:pPr lvl="0">
              <a:buClr>
                <a:schemeClr val="tx1"/>
              </a:buClr>
              <a:buFont typeface="Wingdings" panose="05000000000000000000" pitchFamily="2" charset="2"/>
              <a:buChar char="§"/>
            </a:pPr>
            <a:r>
              <a:rPr lang="en-IN" sz="1500" b="1" dirty="0"/>
              <a:t>Cost savings:</a:t>
            </a:r>
            <a:r>
              <a:rPr lang="en-IN" sz="1500" dirty="0"/>
              <a:t> Streamlining processes, optimizing inventory, and improving supply chain management can lead to lower operational and inventory costs.</a:t>
            </a:r>
          </a:p>
          <a:p>
            <a:pPr lvl="0">
              <a:buClr>
                <a:schemeClr val="tx1"/>
              </a:buClr>
              <a:buFont typeface="Wingdings" panose="05000000000000000000" pitchFamily="2" charset="2"/>
              <a:buChar char="§"/>
            </a:pPr>
            <a:r>
              <a:rPr lang="en-IN" sz="1500" b="1" dirty="0"/>
              <a:t>Improved financial management:</a:t>
            </a:r>
            <a:r>
              <a:rPr lang="en-IN" sz="1500" dirty="0"/>
              <a:t> ERP systems simplify financial reporting, accelerate the financial close process, and provide accurate cash flow projections.</a:t>
            </a:r>
          </a:p>
          <a:p>
            <a:pPr lvl="0">
              <a:buClr>
                <a:schemeClr val="tx1"/>
              </a:buClr>
              <a:buFont typeface="Wingdings" panose="05000000000000000000" pitchFamily="2" charset="2"/>
              <a:buChar char="§"/>
            </a:pPr>
            <a:r>
              <a:rPr lang="en-IN" sz="1500" b="1" dirty="0"/>
              <a:t>Real-time data and analytics:</a:t>
            </a:r>
            <a:r>
              <a:rPr lang="en-IN" sz="1500" dirty="0"/>
              <a:t> A single source of truth provides real-time visibility into operational and financial performance, supporting faster and more informed decision-making.</a:t>
            </a:r>
          </a:p>
          <a:p>
            <a:pPr lvl="0">
              <a:buClr>
                <a:schemeClr val="tx1"/>
              </a:buClr>
              <a:buFont typeface="Wingdings" panose="05000000000000000000" pitchFamily="2" charset="2"/>
              <a:buChar char="§"/>
            </a:pPr>
            <a:r>
              <a:rPr lang="en-IN" sz="1500" b="1" dirty="0"/>
              <a:t>Better inventory management:</a:t>
            </a:r>
            <a:r>
              <a:rPr lang="en-IN" sz="1500" dirty="0"/>
              <a:t> Automation of inventory management reduces handling costs and helps optimize cash flow by ensuring sufficient stock levels. </a:t>
            </a:r>
          </a:p>
          <a:p>
            <a:endParaRPr lang="en-IN" dirty="0"/>
          </a:p>
        </p:txBody>
      </p:sp>
    </p:spTree>
    <p:extLst>
      <p:ext uri="{BB962C8B-B14F-4D97-AF65-F5344CB8AC3E}">
        <p14:creationId xmlns:p14="http://schemas.microsoft.com/office/powerpoint/2010/main" val="346469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24FBC-D27F-B3DB-E4D2-D5BDD9C6D284}"/>
              </a:ext>
            </a:extLst>
          </p:cNvPr>
          <p:cNvSpPr>
            <a:spLocks noGrp="1"/>
          </p:cNvSpPr>
          <p:nvPr>
            <p:ph type="title"/>
          </p:nvPr>
        </p:nvSpPr>
        <p:spPr>
          <a:xfrm>
            <a:off x="1151022" y="1412421"/>
            <a:ext cx="7140119" cy="424544"/>
          </a:xfrm>
        </p:spPr>
        <p:txBody>
          <a:bodyPr>
            <a:normAutofit fontScale="90000"/>
          </a:bodyPr>
          <a:lstStyle/>
          <a:p>
            <a:r>
              <a:rPr lang="en-IN" b="1" dirty="0">
                <a:solidFill>
                  <a:schemeClr val="tx1"/>
                </a:solidFill>
              </a:rPr>
              <a:t>Benefits of ERP</a:t>
            </a:r>
            <a:endParaRPr lang="en-IN" dirty="0"/>
          </a:p>
        </p:txBody>
      </p:sp>
      <p:sp>
        <p:nvSpPr>
          <p:cNvPr id="3" name="Content Placeholder 2">
            <a:extLst>
              <a:ext uri="{FF2B5EF4-FFF2-40B4-BE49-F238E27FC236}">
                <a16:creationId xmlns:a16="http://schemas.microsoft.com/office/drawing/2014/main" id="{E765BEF6-8928-5458-D8B8-A40A9044DB9A}"/>
              </a:ext>
            </a:extLst>
          </p:cNvPr>
          <p:cNvSpPr>
            <a:spLocks noGrp="1"/>
          </p:cNvSpPr>
          <p:nvPr>
            <p:ph idx="1"/>
          </p:nvPr>
        </p:nvSpPr>
        <p:spPr>
          <a:xfrm>
            <a:off x="1289956" y="1836964"/>
            <a:ext cx="7854044" cy="3706586"/>
          </a:xfrm>
        </p:spPr>
        <p:txBody>
          <a:bodyPr>
            <a:normAutofit/>
          </a:bodyPr>
          <a:lstStyle/>
          <a:p>
            <a:pPr lvl="0">
              <a:buClr>
                <a:schemeClr val="tx1"/>
              </a:buClr>
              <a:buFont typeface="Wingdings" panose="05000000000000000000" pitchFamily="2" charset="2"/>
              <a:buChar char="§"/>
            </a:pPr>
            <a:r>
              <a:rPr lang="en-IN" sz="1500" b="1" dirty="0"/>
              <a:t>Enhanced collaboration:</a:t>
            </a:r>
            <a:r>
              <a:rPr lang="en-IN" sz="1500" dirty="0"/>
              <a:t> Centralizing data allows different departments to share information easily, improving teamwork and productivity.</a:t>
            </a:r>
          </a:p>
          <a:p>
            <a:pPr lvl="0">
              <a:buClr>
                <a:schemeClr val="tx1"/>
              </a:buClr>
              <a:buFont typeface="Wingdings" panose="05000000000000000000" pitchFamily="2" charset="2"/>
              <a:buChar char="§"/>
            </a:pPr>
            <a:r>
              <a:rPr lang="en-IN" sz="1500" b="1" dirty="0"/>
              <a:t>Improved customer service:</a:t>
            </a:r>
            <a:r>
              <a:rPr lang="en-IN" sz="1500" dirty="0"/>
              <a:t> Better access to customer information allows for quicker response times and more effective complaint resolution.</a:t>
            </a:r>
          </a:p>
          <a:p>
            <a:pPr lvl="0">
              <a:buClr>
                <a:schemeClr val="tx1"/>
              </a:buClr>
              <a:buFont typeface="Wingdings" panose="05000000000000000000" pitchFamily="2" charset="2"/>
              <a:buChar char="§"/>
            </a:pPr>
            <a:r>
              <a:rPr lang="en-IN" sz="1500" b="1" dirty="0"/>
              <a:t>Increased agility:</a:t>
            </a:r>
            <a:r>
              <a:rPr lang="en-IN" sz="1500" dirty="0"/>
              <a:t> Businesses can react more quickly to opportunities and market changes due to real-time data and more efficient operations.</a:t>
            </a:r>
          </a:p>
          <a:p>
            <a:pPr lvl="0">
              <a:buClr>
                <a:schemeClr val="tx1"/>
              </a:buClr>
              <a:buFont typeface="Wingdings" panose="05000000000000000000" pitchFamily="2" charset="2"/>
              <a:buChar char="§"/>
            </a:pPr>
            <a:r>
              <a:rPr lang="en-IN" sz="1500" b="1" dirty="0"/>
              <a:t>Scalability:</a:t>
            </a:r>
            <a:r>
              <a:rPr lang="en-IN" sz="1500" dirty="0"/>
              <a:t> ERP systems can grow with the business, allowing companies to add new functionalities as they expand without disrupting existing operations. </a:t>
            </a:r>
          </a:p>
          <a:p>
            <a:pPr lvl="0">
              <a:buClr>
                <a:schemeClr val="tx1"/>
              </a:buClr>
              <a:buFont typeface="Wingdings" panose="05000000000000000000" pitchFamily="2" charset="2"/>
              <a:buChar char="§"/>
            </a:pPr>
            <a:r>
              <a:rPr lang="en-IN" sz="1500" b="1" dirty="0"/>
              <a:t>Regulatory compliance:</a:t>
            </a:r>
            <a:r>
              <a:rPr lang="en-IN" sz="1500" dirty="0"/>
              <a:t> Automation of controls and the provision of audit trails help ensure businesses meet regulatory requirements.</a:t>
            </a:r>
          </a:p>
          <a:p>
            <a:pPr lvl="0">
              <a:buClr>
                <a:schemeClr val="tx1"/>
              </a:buClr>
              <a:buFont typeface="Wingdings" panose="05000000000000000000" pitchFamily="2" charset="2"/>
              <a:buChar char="§"/>
            </a:pPr>
            <a:r>
              <a:rPr lang="en-IN" sz="1500" b="1" dirty="0"/>
              <a:t>Enhanced data security:</a:t>
            </a:r>
            <a:r>
              <a:rPr lang="en-IN" sz="1500" dirty="0"/>
              <a:t> Role-based access controls and data encryption improve the protection of sensitive business information. </a:t>
            </a:r>
          </a:p>
        </p:txBody>
      </p:sp>
    </p:spTree>
    <p:extLst>
      <p:ext uri="{BB962C8B-B14F-4D97-AF65-F5344CB8AC3E}">
        <p14:creationId xmlns:p14="http://schemas.microsoft.com/office/powerpoint/2010/main" val="4072611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F725F-4456-3544-DF4C-7568AF55FB82}"/>
              </a:ext>
            </a:extLst>
          </p:cNvPr>
          <p:cNvSpPr>
            <a:spLocks noGrp="1"/>
          </p:cNvSpPr>
          <p:nvPr>
            <p:ph type="title"/>
          </p:nvPr>
        </p:nvSpPr>
        <p:spPr>
          <a:xfrm>
            <a:off x="1338942" y="1314450"/>
            <a:ext cx="5616559" cy="567813"/>
          </a:xfrm>
        </p:spPr>
        <p:txBody>
          <a:bodyPr>
            <a:normAutofit fontScale="90000"/>
          </a:bodyPr>
          <a:lstStyle/>
          <a:p>
            <a:r>
              <a:rPr lang="en-IN" b="1" dirty="0">
                <a:solidFill>
                  <a:schemeClr val="tx1"/>
                </a:solidFill>
              </a:rPr>
              <a:t>ERP vs CRM</a:t>
            </a:r>
          </a:p>
        </p:txBody>
      </p:sp>
      <p:graphicFrame>
        <p:nvGraphicFramePr>
          <p:cNvPr id="4" name="Content Placeholder 3">
            <a:extLst>
              <a:ext uri="{FF2B5EF4-FFF2-40B4-BE49-F238E27FC236}">
                <a16:creationId xmlns:a16="http://schemas.microsoft.com/office/drawing/2014/main" id="{26E22952-15A2-3338-E097-11F91D9C89AE}"/>
              </a:ext>
            </a:extLst>
          </p:cNvPr>
          <p:cNvGraphicFramePr>
            <a:graphicFrameLocks noGrp="1"/>
          </p:cNvGraphicFramePr>
          <p:nvPr>
            <p:ph idx="1"/>
            <p:extLst>
              <p:ext uri="{D42A27DB-BD31-4B8C-83A1-F6EECF244321}">
                <p14:modId xmlns:p14="http://schemas.microsoft.com/office/powerpoint/2010/main" val="3998981182"/>
              </p:ext>
            </p:extLst>
          </p:nvPr>
        </p:nvGraphicFramePr>
        <p:xfrm>
          <a:off x="508397" y="1948630"/>
          <a:ext cx="8030919" cy="3514874"/>
        </p:xfrm>
        <a:graphic>
          <a:graphicData uri="http://schemas.openxmlformats.org/drawingml/2006/table">
            <a:tbl>
              <a:tblPr firstRow="1" bandRow="1">
                <a:tableStyleId>{5C22544A-7EE6-4342-B048-85BDC9FD1C3A}</a:tableStyleId>
              </a:tblPr>
              <a:tblGrid>
                <a:gridCol w="1361692">
                  <a:extLst>
                    <a:ext uri="{9D8B030D-6E8A-4147-A177-3AD203B41FA5}">
                      <a16:colId xmlns:a16="http://schemas.microsoft.com/office/drawing/2014/main" val="3032435645"/>
                    </a:ext>
                  </a:extLst>
                </a:gridCol>
                <a:gridCol w="3254068">
                  <a:extLst>
                    <a:ext uri="{9D8B030D-6E8A-4147-A177-3AD203B41FA5}">
                      <a16:colId xmlns:a16="http://schemas.microsoft.com/office/drawing/2014/main" val="4274318791"/>
                    </a:ext>
                  </a:extLst>
                </a:gridCol>
                <a:gridCol w="3415160">
                  <a:extLst>
                    <a:ext uri="{9D8B030D-6E8A-4147-A177-3AD203B41FA5}">
                      <a16:colId xmlns:a16="http://schemas.microsoft.com/office/drawing/2014/main" val="898027886"/>
                    </a:ext>
                  </a:extLst>
                </a:gridCol>
              </a:tblGrid>
              <a:tr h="331840">
                <a:tc>
                  <a:txBody>
                    <a:bodyPr/>
                    <a:lstStyle/>
                    <a:p>
                      <a:pPr algn="ctr"/>
                      <a:r>
                        <a:rPr lang="en-IN" sz="1400" b="1" i="0" kern="1200" dirty="0">
                          <a:solidFill>
                            <a:schemeClr val="tx1"/>
                          </a:solidFill>
                          <a:effectLst/>
                          <a:latin typeface="+mn-lt"/>
                          <a:ea typeface="+mn-ea"/>
                          <a:cs typeface="+mn-cs"/>
                        </a:rPr>
                        <a:t>Aspect</a:t>
                      </a:r>
                      <a:endParaRPr lang="en-IN" sz="10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000" dirty="0">
                          <a:solidFill>
                            <a:schemeClr val="tx1"/>
                          </a:solidFill>
                        </a:rPr>
                        <a:t>ERP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000" dirty="0">
                          <a:solidFill>
                            <a:schemeClr val="tx1"/>
                          </a:solidFill>
                        </a:rPr>
                        <a:t>CRM</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5788487"/>
                  </a:ext>
                </a:extLst>
              </a:tr>
              <a:tr h="840105">
                <a:tc>
                  <a:txBody>
                    <a:bodyPr/>
                    <a:lstStyle/>
                    <a:p>
                      <a:r>
                        <a:rPr lang="en-IN" sz="1000" dirty="0"/>
                        <a:t>Purpose</a:t>
                      </a:r>
                      <a:endParaRPr lang="en-IN" sz="10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Manages </a:t>
                      </a:r>
                      <a:r>
                        <a:rPr lang="en-US" sz="1000" b="1" dirty="0"/>
                        <a:t>internal business processes</a:t>
                      </a:r>
                      <a:r>
                        <a:rPr lang="en-US" sz="1000" dirty="0"/>
                        <a:t> like finance, HR, inventory, supply chain, production, etc.</a:t>
                      </a:r>
                    </a:p>
                    <a:p>
                      <a:r>
                        <a:rPr lang="en-US" sz="1000" dirty="0"/>
                        <a:t>Focuses on </a:t>
                      </a:r>
                      <a:r>
                        <a:rPr lang="en-US" sz="1000" b="1" dirty="0"/>
                        <a:t>business operations and efficiency</a:t>
                      </a:r>
                      <a:r>
                        <a:rPr lang="en-US" sz="1000" dirty="0"/>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Manages </a:t>
                      </a:r>
                      <a:r>
                        <a:rPr lang="en-US" sz="1000" b="1" dirty="0"/>
                        <a:t>customer-related activities</a:t>
                      </a:r>
                      <a:r>
                        <a:rPr lang="en-US" sz="1000" dirty="0"/>
                        <a:t> like sales, customer service, marketing.</a:t>
                      </a:r>
                    </a:p>
                    <a:p>
                      <a:r>
                        <a:rPr lang="en-US" sz="1000" dirty="0"/>
                        <a:t>Focuses on </a:t>
                      </a:r>
                      <a:r>
                        <a:rPr lang="en-US" sz="1000" b="1" dirty="0"/>
                        <a:t>improving customer relationships and sales growth</a:t>
                      </a:r>
                      <a:r>
                        <a:rPr lang="en-US" sz="1000" dirty="0"/>
                        <a:t>.</a:t>
                      </a:r>
                    </a:p>
                    <a:p>
                      <a:endParaRPr lang="en-IN" sz="10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2692346"/>
                  </a:ext>
                </a:extLst>
              </a:tr>
              <a:tr h="114871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000" b="1" dirty="0"/>
                        <a:t>Key Functions</a:t>
                      </a:r>
                    </a:p>
                    <a:p>
                      <a:endParaRPr lang="en-IN" sz="10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1000" dirty="0"/>
                        <a:t>Accounting &amp; Finance</a:t>
                      </a:r>
                    </a:p>
                    <a:p>
                      <a:pPr marL="285750" indent="-285750">
                        <a:buFont typeface="Arial" panose="020B0604020202020204" pitchFamily="34" charset="0"/>
                        <a:buChar char="•"/>
                      </a:pPr>
                      <a:r>
                        <a:rPr lang="en-US" sz="1000" dirty="0"/>
                        <a:t>Inventory Management</a:t>
                      </a:r>
                    </a:p>
                    <a:p>
                      <a:pPr marL="285750" indent="-285750">
                        <a:buFont typeface="Arial" panose="020B0604020202020204" pitchFamily="34" charset="0"/>
                        <a:buChar char="•"/>
                      </a:pPr>
                      <a:r>
                        <a:rPr lang="en-US" sz="1000" dirty="0"/>
                        <a:t>HR &amp; Payroll</a:t>
                      </a:r>
                    </a:p>
                    <a:p>
                      <a:pPr marL="285750" indent="-285750">
                        <a:buFont typeface="Arial" panose="020B0604020202020204" pitchFamily="34" charset="0"/>
                        <a:buChar char="•"/>
                      </a:pPr>
                      <a:r>
                        <a:rPr lang="en-US" sz="1000" dirty="0"/>
                        <a:t>Procurement</a:t>
                      </a:r>
                    </a:p>
                    <a:p>
                      <a:pPr marL="285750" indent="-285750">
                        <a:buFont typeface="Arial" panose="020B0604020202020204" pitchFamily="34" charset="0"/>
                        <a:buChar char="•"/>
                      </a:pPr>
                      <a:r>
                        <a:rPr lang="en-US" sz="1000" dirty="0"/>
                        <a:t>Supply Chain</a:t>
                      </a:r>
                    </a:p>
                    <a:p>
                      <a:pPr marL="285750" indent="-285750">
                        <a:buFont typeface="Arial" panose="020B0604020202020204" pitchFamily="34" charset="0"/>
                        <a:buChar char="•"/>
                      </a:pPr>
                      <a:r>
                        <a:rPr lang="en-US" sz="1000" dirty="0"/>
                        <a:t>Manufacturing</a:t>
                      </a:r>
                    </a:p>
                    <a:p>
                      <a:pPr marL="285750" indent="-285750">
                        <a:buFont typeface="Arial" panose="020B0604020202020204" pitchFamily="34" charset="0"/>
                        <a:buChar char="•"/>
                      </a:pPr>
                      <a:r>
                        <a:rPr lang="en-US" sz="1000" dirty="0"/>
                        <a:t>Production Planning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Lead Management</a:t>
                      </a:r>
                    </a:p>
                    <a:p>
                      <a:r>
                        <a:rPr lang="en-US" sz="1000" dirty="0"/>
                        <a:t>Sales Tracking</a:t>
                      </a:r>
                    </a:p>
                    <a:p>
                      <a:r>
                        <a:rPr lang="en-US" sz="1000" dirty="0"/>
                        <a:t>Customer Support</a:t>
                      </a:r>
                    </a:p>
                    <a:p>
                      <a:r>
                        <a:rPr lang="en-US" sz="1000" dirty="0"/>
                        <a:t>Marketing Campaigns</a:t>
                      </a:r>
                    </a:p>
                    <a:p>
                      <a:r>
                        <a:rPr lang="en-US" sz="1000" dirty="0"/>
                        <a:t>Contact Management</a:t>
                      </a:r>
                    </a:p>
                    <a:p>
                      <a:r>
                        <a:rPr lang="en-US" sz="1000" dirty="0"/>
                        <a:t>Service Tickets</a:t>
                      </a:r>
                    </a:p>
                    <a:p>
                      <a:endParaRPr lang="en-IN" sz="10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7590769"/>
                  </a:ext>
                </a:extLst>
              </a:tr>
              <a:tr h="576995">
                <a:tc>
                  <a:txBody>
                    <a:bodyPr/>
                    <a:lstStyle/>
                    <a:p>
                      <a:r>
                        <a:rPr lang="en-IN" sz="1000" dirty="0"/>
                        <a:t>Data Handled</a:t>
                      </a:r>
                      <a:endParaRPr lang="en-IN" sz="10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Internal data (suppliers, employees, inventory, costs).</a:t>
                      </a:r>
                      <a:endParaRPr lang="en-IN" sz="10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Customer data (leads, buying </a:t>
                      </a:r>
                      <a:r>
                        <a:rPr lang="en-US" sz="1000" dirty="0" err="1"/>
                        <a:t>behaviour</a:t>
                      </a:r>
                      <a:r>
                        <a:rPr lang="en-US" sz="1000" dirty="0"/>
                        <a:t>, communication history).</a:t>
                      </a:r>
                      <a:endParaRPr lang="en-IN" sz="10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249491"/>
                  </a:ext>
                </a:extLst>
              </a:tr>
            </a:tbl>
          </a:graphicData>
        </a:graphic>
      </p:graphicFrame>
    </p:spTree>
    <p:extLst>
      <p:ext uri="{BB962C8B-B14F-4D97-AF65-F5344CB8AC3E}">
        <p14:creationId xmlns:p14="http://schemas.microsoft.com/office/powerpoint/2010/main" val="3074387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4740A-EDF0-1626-4C1D-FA9FBF0BD011}"/>
              </a:ext>
            </a:extLst>
          </p:cNvPr>
          <p:cNvSpPr>
            <a:spLocks noGrp="1"/>
          </p:cNvSpPr>
          <p:nvPr>
            <p:ph type="title"/>
          </p:nvPr>
        </p:nvSpPr>
        <p:spPr>
          <a:xfrm>
            <a:off x="1257300" y="1314450"/>
            <a:ext cx="5698202" cy="575187"/>
          </a:xfrm>
        </p:spPr>
        <p:txBody>
          <a:bodyPr>
            <a:normAutofit fontScale="90000"/>
          </a:bodyPr>
          <a:lstStyle/>
          <a:p>
            <a:r>
              <a:rPr lang="en-IN" b="1" dirty="0">
                <a:solidFill>
                  <a:schemeClr val="tx1"/>
                </a:solidFill>
              </a:rPr>
              <a:t>ERP vs CRM</a:t>
            </a:r>
            <a:endParaRPr lang="en-IN" dirty="0"/>
          </a:p>
        </p:txBody>
      </p:sp>
      <p:graphicFrame>
        <p:nvGraphicFramePr>
          <p:cNvPr id="5" name="Content Placeholder 4">
            <a:extLst>
              <a:ext uri="{FF2B5EF4-FFF2-40B4-BE49-F238E27FC236}">
                <a16:creationId xmlns:a16="http://schemas.microsoft.com/office/drawing/2014/main" id="{8862101F-EC3B-1588-B5FE-A0EC48A97FB5}"/>
              </a:ext>
            </a:extLst>
          </p:cNvPr>
          <p:cNvGraphicFramePr>
            <a:graphicFrameLocks noGrp="1"/>
          </p:cNvGraphicFramePr>
          <p:nvPr>
            <p:ph idx="1"/>
            <p:extLst>
              <p:ext uri="{D42A27DB-BD31-4B8C-83A1-F6EECF244321}">
                <p14:modId xmlns:p14="http://schemas.microsoft.com/office/powerpoint/2010/main" val="263327823"/>
              </p:ext>
            </p:extLst>
          </p:nvPr>
        </p:nvGraphicFramePr>
        <p:xfrm>
          <a:off x="508398" y="1948630"/>
          <a:ext cx="7831816" cy="2465711"/>
        </p:xfrm>
        <a:graphic>
          <a:graphicData uri="http://schemas.openxmlformats.org/drawingml/2006/table">
            <a:tbl>
              <a:tblPr firstRow="1" bandRow="1">
                <a:tableStyleId>{5C22544A-7EE6-4342-B048-85BDC9FD1C3A}</a:tableStyleId>
              </a:tblPr>
              <a:tblGrid>
                <a:gridCol w="1305654">
                  <a:extLst>
                    <a:ext uri="{9D8B030D-6E8A-4147-A177-3AD203B41FA5}">
                      <a16:colId xmlns:a16="http://schemas.microsoft.com/office/drawing/2014/main" val="68092935"/>
                    </a:ext>
                  </a:extLst>
                </a:gridCol>
                <a:gridCol w="3185652">
                  <a:extLst>
                    <a:ext uri="{9D8B030D-6E8A-4147-A177-3AD203B41FA5}">
                      <a16:colId xmlns:a16="http://schemas.microsoft.com/office/drawing/2014/main" val="4014362122"/>
                    </a:ext>
                  </a:extLst>
                </a:gridCol>
                <a:gridCol w="3340510">
                  <a:extLst>
                    <a:ext uri="{9D8B030D-6E8A-4147-A177-3AD203B41FA5}">
                      <a16:colId xmlns:a16="http://schemas.microsoft.com/office/drawing/2014/main" val="2263875101"/>
                    </a:ext>
                  </a:extLst>
                </a:gridCol>
              </a:tblGrid>
              <a:tr h="428625">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400" b="1" i="0" kern="1200" dirty="0">
                          <a:solidFill>
                            <a:schemeClr val="tx1"/>
                          </a:solidFill>
                          <a:effectLst/>
                          <a:latin typeface="+mn-lt"/>
                          <a:ea typeface="+mn-ea"/>
                          <a:cs typeface="+mn-cs"/>
                        </a:rPr>
                        <a:t>Aspect</a:t>
                      </a:r>
                      <a:endParaRPr lang="en-IN" sz="1000" dirty="0">
                        <a:solidFill>
                          <a:schemeClr val="tx1"/>
                        </a:solidFill>
                      </a:endParaRPr>
                    </a:p>
                    <a:p>
                      <a:pPr algn="ctr"/>
                      <a:endParaRPr lang="en-IN" sz="10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000" dirty="0">
                          <a:solidFill>
                            <a:schemeClr val="tx1"/>
                          </a:solidFill>
                        </a:rPr>
                        <a:t>ERP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000" dirty="0">
                          <a:solidFill>
                            <a:schemeClr val="tx1"/>
                          </a:solidFill>
                        </a:rPr>
                        <a:t>CRM</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7876902"/>
                  </a:ext>
                </a:extLst>
              </a:tr>
              <a:tr h="992825">
                <a:tc>
                  <a:txBody>
                    <a:bodyPr/>
                    <a:lstStyle/>
                    <a:p>
                      <a:r>
                        <a:rPr lang="en-IN" sz="1000" dirty="0"/>
                        <a:t>Goal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Improve </a:t>
                      </a:r>
                      <a:r>
                        <a:rPr lang="en-US" sz="1000" b="1" dirty="0"/>
                        <a:t>efficiency</a:t>
                      </a:r>
                      <a:r>
                        <a:rPr lang="en-US" sz="1000" dirty="0"/>
                        <a:t>, reduce </a:t>
                      </a:r>
                      <a:r>
                        <a:rPr lang="en-US" sz="1000" b="1" dirty="0"/>
                        <a:t>costs</a:t>
                      </a:r>
                      <a:r>
                        <a:rPr lang="en-US" sz="1000" dirty="0"/>
                        <a:t>, and streamline operations.</a:t>
                      </a:r>
                      <a:endParaRPr lang="en-IN" sz="10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dirty="0"/>
                        <a:t>Improve </a:t>
                      </a:r>
                      <a:r>
                        <a:rPr lang="en-US" sz="1000" b="1" dirty="0"/>
                        <a:t>customer satisfaction</a:t>
                      </a:r>
                      <a:r>
                        <a:rPr lang="en-US" sz="1000" dirty="0"/>
                        <a:t>, increase </a:t>
                      </a:r>
                      <a:r>
                        <a:rPr lang="en-US" sz="1000" b="1" dirty="0"/>
                        <a:t>sales</a:t>
                      </a:r>
                      <a:r>
                        <a:rPr lang="en-US" sz="1000" dirty="0"/>
                        <a:t>, and build relationships.</a:t>
                      </a:r>
                    </a:p>
                    <a:p>
                      <a:endParaRPr lang="en-IN" sz="10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1992047"/>
                  </a:ext>
                </a:extLst>
              </a:tr>
              <a:tr h="992825">
                <a:tc>
                  <a:txBody>
                    <a:bodyPr/>
                    <a:lstStyle/>
                    <a:p>
                      <a:r>
                        <a:rPr lang="en-IN" sz="1000" dirty="0"/>
                        <a:t>Users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Finance team, HR team, operations, logistics, manufacturing.</a:t>
                      </a:r>
                      <a:endParaRPr lang="en-IN" sz="10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t>Sales team, marketing team, customer support.</a:t>
                      </a:r>
                      <a:endParaRPr lang="en-IN" sz="10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7418235"/>
                  </a:ext>
                </a:extLst>
              </a:tr>
            </a:tbl>
          </a:graphicData>
        </a:graphic>
      </p:graphicFrame>
    </p:spTree>
    <p:extLst>
      <p:ext uri="{BB962C8B-B14F-4D97-AF65-F5344CB8AC3E}">
        <p14:creationId xmlns:p14="http://schemas.microsoft.com/office/powerpoint/2010/main" val="2485952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52C2E-6E7B-26BF-3E3B-6FC92B85852D}"/>
              </a:ext>
            </a:extLst>
          </p:cNvPr>
          <p:cNvSpPr>
            <a:spLocks noGrp="1"/>
          </p:cNvSpPr>
          <p:nvPr>
            <p:ph type="title"/>
          </p:nvPr>
        </p:nvSpPr>
        <p:spPr>
          <a:xfrm>
            <a:off x="1102033" y="938894"/>
            <a:ext cx="6939935" cy="971550"/>
          </a:xfrm>
        </p:spPr>
        <p:txBody>
          <a:bodyPr>
            <a:normAutofit fontScale="90000"/>
          </a:bodyPr>
          <a:lstStyle/>
          <a:p>
            <a:r>
              <a:rPr lang="en-US" b="1" dirty="0">
                <a:solidFill>
                  <a:schemeClr val="tx1"/>
                </a:solidFill>
              </a:rPr>
              <a:t>The Relationship between Business Strategy, IT Strategy and Alignment Capability</a:t>
            </a:r>
            <a:br>
              <a:rPr lang="en-US" dirty="0"/>
            </a:br>
            <a:endParaRPr lang="en-IN" dirty="0"/>
          </a:p>
        </p:txBody>
      </p:sp>
      <p:sp>
        <p:nvSpPr>
          <p:cNvPr id="3" name="Content Placeholder 2">
            <a:extLst>
              <a:ext uri="{FF2B5EF4-FFF2-40B4-BE49-F238E27FC236}">
                <a16:creationId xmlns:a16="http://schemas.microsoft.com/office/drawing/2014/main" id="{26D8EE1B-C0ED-EF97-E963-35F11DA2EC5C}"/>
              </a:ext>
            </a:extLst>
          </p:cNvPr>
          <p:cNvSpPr>
            <a:spLocks noGrp="1"/>
          </p:cNvSpPr>
          <p:nvPr>
            <p:ph idx="1"/>
          </p:nvPr>
        </p:nvSpPr>
        <p:spPr>
          <a:xfrm>
            <a:off x="1216479" y="1632858"/>
            <a:ext cx="7927522" cy="3780065"/>
          </a:xfrm>
        </p:spPr>
        <p:txBody>
          <a:bodyPr>
            <a:normAutofit fontScale="92500"/>
          </a:bodyPr>
          <a:lstStyle/>
          <a:p>
            <a:pPr marL="0" indent="0">
              <a:buNone/>
            </a:pPr>
            <a:r>
              <a:rPr lang="en-US" sz="1800" dirty="0"/>
              <a:t>Business strategy, IT strategy, and alignment capability are interdependent: </a:t>
            </a:r>
            <a:r>
              <a:rPr lang="en-US" sz="1800" b="1" dirty="0"/>
              <a:t>Business strategy</a:t>
            </a:r>
            <a:r>
              <a:rPr lang="en-US" sz="1800" dirty="0"/>
              <a:t> sets the overall goals, </a:t>
            </a:r>
            <a:r>
              <a:rPr lang="en-US" sz="1800" b="1" dirty="0"/>
              <a:t>IT strategy</a:t>
            </a:r>
            <a:r>
              <a:rPr lang="en-US" sz="1800" dirty="0"/>
              <a:t> defines how technology will support those goals, and </a:t>
            </a:r>
            <a:r>
              <a:rPr lang="en-US" sz="1800" b="1" dirty="0"/>
              <a:t>alignment capability</a:t>
            </a:r>
            <a:r>
              <a:rPr lang="en-US" sz="1800" dirty="0"/>
              <a:t> is the organization's ability to effectively coordinate the two. </a:t>
            </a:r>
          </a:p>
          <a:p>
            <a:pPr marL="0" indent="0">
              <a:buNone/>
            </a:pPr>
            <a:r>
              <a:rPr lang="en-IN" sz="1800" b="1" dirty="0"/>
              <a:t>Business Strategy: </a:t>
            </a:r>
            <a:r>
              <a:rPr lang="en-US" sz="1800" dirty="0"/>
              <a:t>A </a:t>
            </a:r>
            <a:r>
              <a:rPr lang="en-US" sz="1800" b="1" dirty="0"/>
              <a:t>business strategy</a:t>
            </a:r>
            <a:r>
              <a:rPr lang="en-US" sz="1800" dirty="0"/>
              <a:t> defines the </a:t>
            </a:r>
            <a:r>
              <a:rPr lang="en-US" sz="1800" b="1" dirty="0"/>
              <a:t>goals, direction, and long-term plans</a:t>
            </a:r>
            <a:r>
              <a:rPr lang="en-US" sz="1800" dirty="0"/>
              <a:t> of an organization.</a:t>
            </a:r>
          </a:p>
          <a:p>
            <a:pPr marL="0" indent="0">
              <a:buClr>
                <a:schemeClr val="tx1"/>
              </a:buClr>
              <a:buNone/>
            </a:pPr>
            <a:r>
              <a:rPr lang="en-US" sz="1800" b="1" dirty="0"/>
              <a:t>Examples:</a:t>
            </a:r>
          </a:p>
          <a:p>
            <a:pPr>
              <a:buClr>
                <a:schemeClr val="tx1"/>
              </a:buClr>
              <a:buFont typeface="Wingdings" panose="05000000000000000000" pitchFamily="2" charset="2"/>
              <a:buChar char="§"/>
            </a:pPr>
            <a:r>
              <a:rPr lang="en-US" sz="1800" dirty="0"/>
              <a:t>Expanding into new markets</a:t>
            </a:r>
          </a:p>
          <a:p>
            <a:pPr>
              <a:buClr>
                <a:schemeClr val="tx1"/>
              </a:buClr>
              <a:buFont typeface="Wingdings" panose="05000000000000000000" pitchFamily="2" charset="2"/>
              <a:buChar char="§"/>
            </a:pPr>
            <a:r>
              <a:rPr lang="en-US" sz="1800" dirty="0"/>
              <a:t>Increasing product quality</a:t>
            </a:r>
          </a:p>
          <a:p>
            <a:pPr>
              <a:buClr>
                <a:schemeClr val="tx1"/>
              </a:buClr>
              <a:buFont typeface="Wingdings" panose="05000000000000000000" pitchFamily="2" charset="2"/>
              <a:buChar char="§"/>
            </a:pPr>
            <a:r>
              <a:rPr lang="en-US" sz="1800" dirty="0"/>
              <a:t>Reducing operational costs</a:t>
            </a:r>
          </a:p>
          <a:p>
            <a:pPr>
              <a:buClr>
                <a:schemeClr val="tx1"/>
              </a:buClr>
              <a:buFont typeface="Wingdings" panose="05000000000000000000" pitchFamily="2" charset="2"/>
              <a:buChar char="§"/>
            </a:pPr>
            <a:r>
              <a:rPr lang="en-US" sz="1800" dirty="0"/>
              <a:t>Enhancing customer experience</a:t>
            </a:r>
          </a:p>
          <a:p>
            <a:pPr marL="0" indent="0">
              <a:buNone/>
            </a:pPr>
            <a:endParaRPr lang="en-IN" sz="1800" dirty="0"/>
          </a:p>
        </p:txBody>
      </p:sp>
    </p:spTree>
    <p:extLst>
      <p:ext uri="{BB962C8B-B14F-4D97-AF65-F5344CB8AC3E}">
        <p14:creationId xmlns:p14="http://schemas.microsoft.com/office/powerpoint/2010/main" val="3296674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799291-0DEE-D87B-A960-D0DA3146E79D}"/>
              </a:ext>
            </a:extLst>
          </p:cNvPr>
          <p:cNvSpPr>
            <a:spLocks noGrp="1"/>
          </p:cNvSpPr>
          <p:nvPr>
            <p:ph idx="1"/>
          </p:nvPr>
        </p:nvSpPr>
        <p:spPr>
          <a:xfrm>
            <a:off x="1265464" y="1218586"/>
            <a:ext cx="7878536" cy="4169686"/>
          </a:xfrm>
        </p:spPr>
        <p:txBody>
          <a:bodyPr>
            <a:normAutofit/>
          </a:bodyPr>
          <a:lstStyle/>
          <a:p>
            <a:pPr marL="0" indent="0">
              <a:buNone/>
            </a:pPr>
            <a:r>
              <a:rPr lang="en-IN" sz="2100" b="1" dirty="0"/>
              <a:t>        IT Strategy</a:t>
            </a:r>
          </a:p>
          <a:p>
            <a:pPr marL="0" indent="0">
              <a:buNone/>
            </a:pPr>
            <a:r>
              <a:rPr lang="en-US" sz="1800" dirty="0"/>
              <a:t> IT strategy defines </a:t>
            </a:r>
            <a:r>
              <a:rPr lang="en-US" sz="1800" b="1" dirty="0"/>
              <a:t>how technology will support the business strategy</a:t>
            </a:r>
            <a:r>
              <a:rPr lang="en-US" sz="1800" dirty="0"/>
              <a:t>.</a:t>
            </a:r>
            <a:br>
              <a:rPr lang="en-US" sz="1800" dirty="0"/>
            </a:br>
            <a:r>
              <a:rPr lang="en-US" sz="1800" dirty="0"/>
              <a:t>It includes decisions on:</a:t>
            </a:r>
          </a:p>
          <a:p>
            <a:pPr>
              <a:buClr>
                <a:schemeClr val="tx1"/>
              </a:buClr>
              <a:buFont typeface="Wingdings" panose="05000000000000000000" pitchFamily="2" charset="2"/>
              <a:buChar char="§"/>
            </a:pPr>
            <a:r>
              <a:rPr lang="en-US" sz="1800" dirty="0"/>
              <a:t>Infrastructure (cloud, servers, networks)</a:t>
            </a:r>
          </a:p>
          <a:p>
            <a:pPr>
              <a:buClr>
                <a:schemeClr val="tx1"/>
              </a:buClr>
              <a:buFont typeface="Wingdings" panose="05000000000000000000" pitchFamily="2" charset="2"/>
              <a:buChar char="§"/>
            </a:pPr>
            <a:r>
              <a:rPr lang="en-US" sz="1800" dirty="0"/>
              <a:t>Applications (ERP, CRM, BI tools)</a:t>
            </a:r>
          </a:p>
          <a:p>
            <a:pPr>
              <a:buClr>
                <a:schemeClr val="tx1"/>
              </a:buClr>
              <a:buFont typeface="Wingdings" panose="05000000000000000000" pitchFamily="2" charset="2"/>
              <a:buChar char="§"/>
            </a:pPr>
            <a:r>
              <a:rPr lang="en-US" sz="1800" dirty="0"/>
              <a:t>Cybersecurity</a:t>
            </a:r>
          </a:p>
          <a:p>
            <a:pPr>
              <a:buClr>
                <a:schemeClr val="tx1"/>
              </a:buClr>
              <a:buFont typeface="Wingdings" panose="05000000000000000000" pitchFamily="2" charset="2"/>
              <a:buChar char="§"/>
            </a:pPr>
            <a:r>
              <a:rPr lang="en-US" sz="1800" dirty="0"/>
              <a:t>IT investments and priorities</a:t>
            </a:r>
          </a:p>
          <a:p>
            <a:pPr marL="0" indent="0">
              <a:buNone/>
            </a:pPr>
            <a:r>
              <a:rPr lang="en-US" sz="1800" b="1" dirty="0"/>
              <a:t>Purpose:</a:t>
            </a:r>
          </a:p>
          <a:p>
            <a:pPr marL="0" indent="0">
              <a:buNone/>
            </a:pPr>
            <a:r>
              <a:rPr lang="en-US" sz="1800" dirty="0"/>
              <a:t>Ensure IT systems </a:t>
            </a:r>
            <a:r>
              <a:rPr lang="en-US" sz="1800" b="1" dirty="0"/>
              <a:t>enable</a:t>
            </a:r>
            <a:r>
              <a:rPr lang="en-US" sz="1800" dirty="0"/>
              <a:t>, </a:t>
            </a:r>
            <a:r>
              <a:rPr lang="en-US" sz="1800" b="1" dirty="0"/>
              <a:t>support</a:t>
            </a:r>
            <a:r>
              <a:rPr lang="en-US" sz="1800" dirty="0"/>
              <a:t>, and </a:t>
            </a:r>
            <a:r>
              <a:rPr lang="en-US" sz="1800" b="1" dirty="0"/>
              <a:t>strengthen</a:t>
            </a:r>
            <a:r>
              <a:rPr lang="en-US" sz="1800" dirty="0"/>
              <a:t> the organization’s objectives.</a:t>
            </a:r>
          </a:p>
          <a:p>
            <a:endParaRPr lang="en-IN" dirty="0"/>
          </a:p>
        </p:txBody>
      </p:sp>
    </p:spTree>
    <p:extLst>
      <p:ext uri="{BB962C8B-B14F-4D97-AF65-F5344CB8AC3E}">
        <p14:creationId xmlns:p14="http://schemas.microsoft.com/office/powerpoint/2010/main" val="3902676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C209B4-583B-974C-3533-EF4614D68079}"/>
              </a:ext>
            </a:extLst>
          </p:cNvPr>
          <p:cNvSpPr>
            <a:spLocks noGrp="1"/>
          </p:cNvSpPr>
          <p:nvPr>
            <p:ph idx="1"/>
          </p:nvPr>
        </p:nvSpPr>
        <p:spPr>
          <a:xfrm>
            <a:off x="1085850" y="1388193"/>
            <a:ext cx="7943850" cy="4159045"/>
          </a:xfrm>
        </p:spPr>
        <p:txBody>
          <a:bodyPr>
            <a:normAutofit fontScale="92500" lnSpcReduction="10000"/>
          </a:bodyPr>
          <a:lstStyle/>
          <a:p>
            <a:pPr marL="0" indent="0">
              <a:buNone/>
            </a:pPr>
            <a:r>
              <a:rPr lang="en-IN" sz="1800" b="1" dirty="0"/>
              <a:t>Alignment Capability:</a:t>
            </a:r>
          </a:p>
          <a:p>
            <a:pPr marL="0" indent="0">
              <a:buNone/>
            </a:pPr>
            <a:r>
              <a:rPr lang="en-US" sz="1800" b="1" dirty="0"/>
              <a:t>Alignment capability</a:t>
            </a:r>
            <a:r>
              <a:rPr lang="en-US" sz="1800" dirty="0"/>
              <a:t> is an organization’s ability to </a:t>
            </a:r>
            <a:r>
              <a:rPr lang="en-US" sz="1800" b="1" dirty="0"/>
              <a:t>synchronize</a:t>
            </a:r>
            <a:r>
              <a:rPr lang="en-US" sz="1800" dirty="0"/>
              <a:t> business and IT strategies so they work together effectively.</a:t>
            </a:r>
          </a:p>
          <a:p>
            <a:pPr marL="0" indent="0">
              <a:buNone/>
            </a:pPr>
            <a:r>
              <a:rPr lang="en-US" sz="1800" b="1" dirty="0"/>
              <a:t>It includes:</a:t>
            </a:r>
          </a:p>
          <a:p>
            <a:pPr>
              <a:buClr>
                <a:schemeClr val="tx1"/>
              </a:buClr>
              <a:buFont typeface="Wingdings" panose="05000000000000000000" pitchFamily="2" charset="2"/>
              <a:buChar char="§"/>
            </a:pPr>
            <a:r>
              <a:rPr lang="en-US" sz="1800" dirty="0"/>
              <a:t>Good communication between IT and business teams</a:t>
            </a:r>
          </a:p>
          <a:p>
            <a:pPr>
              <a:buClr>
                <a:schemeClr val="tx1"/>
              </a:buClr>
              <a:buFont typeface="Wingdings" panose="05000000000000000000" pitchFamily="2" charset="2"/>
              <a:buChar char="§"/>
            </a:pPr>
            <a:r>
              <a:rPr lang="en-US" sz="1800" dirty="0"/>
              <a:t>Strong leadership and collaboration</a:t>
            </a:r>
          </a:p>
          <a:p>
            <a:pPr>
              <a:buClr>
                <a:schemeClr val="tx1"/>
              </a:buClr>
              <a:buFont typeface="Wingdings" panose="05000000000000000000" pitchFamily="2" charset="2"/>
              <a:buChar char="§"/>
            </a:pPr>
            <a:r>
              <a:rPr lang="en-US" sz="1800" dirty="0"/>
              <a:t>Shared goals and understanding</a:t>
            </a:r>
          </a:p>
          <a:p>
            <a:pPr>
              <a:buClr>
                <a:schemeClr val="tx1"/>
              </a:buClr>
              <a:buFont typeface="Wingdings" panose="05000000000000000000" pitchFamily="2" charset="2"/>
              <a:buChar char="§"/>
            </a:pPr>
            <a:r>
              <a:rPr lang="en-US" sz="1800" dirty="0"/>
              <a:t>Flexible processes</a:t>
            </a:r>
          </a:p>
          <a:p>
            <a:pPr>
              <a:buClr>
                <a:schemeClr val="tx1"/>
              </a:buClr>
              <a:buFont typeface="Wingdings" panose="05000000000000000000" pitchFamily="2" charset="2"/>
              <a:buChar char="§"/>
            </a:pPr>
            <a:r>
              <a:rPr lang="en-US" sz="1800" dirty="0"/>
              <a:t>Governance and change management</a:t>
            </a:r>
          </a:p>
          <a:p>
            <a:pPr marL="0" indent="0">
              <a:buNone/>
            </a:pPr>
            <a:endParaRPr lang="en-US" sz="1800" dirty="0"/>
          </a:p>
          <a:p>
            <a:pPr marL="0" indent="0">
              <a:buNone/>
            </a:pPr>
            <a:r>
              <a:rPr lang="en-US" sz="1800" dirty="0"/>
              <a:t>Even if a company has a great business plan and strong technology, it </a:t>
            </a:r>
            <a:r>
              <a:rPr lang="en-US" sz="1800" b="1" dirty="0"/>
              <a:t>fails</a:t>
            </a:r>
            <a:r>
              <a:rPr lang="en-US" sz="1800" dirty="0"/>
              <a:t> if the two are not aligned.</a:t>
            </a:r>
          </a:p>
          <a:p>
            <a:pPr marL="0" indent="0">
              <a:buNone/>
            </a:pPr>
            <a:endParaRPr lang="en-IN" dirty="0"/>
          </a:p>
        </p:txBody>
      </p:sp>
    </p:spTree>
    <p:extLst>
      <p:ext uri="{BB962C8B-B14F-4D97-AF65-F5344CB8AC3E}">
        <p14:creationId xmlns:p14="http://schemas.microsoft.com/office/powerpoint/2010/main" val="2990649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9AC78-E65C-9D30-A6CB-1C21C7F8F0A1}"/>
              </a:ext>
            </a:extLst>
          </p:cNvPr>
          <p:cNvSpPr>
            <a:spLocks noGrp="1"/>
          </p:cNvSpPr>
          <p:nvPr>
            <p:ph type="title"/>
          </p:nvPr>
        </p:nvSpPr>
        <p:spPr>
          <a:xfrm>
            <a:off x="1118507" y="1314450"/>
            <a:ext cx="5836994" cy="494071"/>
          </a:xfrm>
        </p:spPr>
        <p:txBody>
          <a:bodyPr>
            <a:normAutofit/>
          </a:bodyPr>
          <a:lstStyle/>
          <a:p>
            <a:r>
              <a:rPr lang="en-IN" sz="2100" b="1" dirty="0">
                <a:solidFill>
                  <a:schemeClr val="tx1"/>
                </a:solidFill>
              </a:rPr>
              <a:t>How They Work Together</a:t>
            </a:r>
          </a:p>
        </p:txBody>
      </p:sp>
      <p:sp>
        <p:nvSpPr>
          <p:cNvPr id="3" name="Content Placeholder 2">
            <a:extLst>
              <a:ext uri="{FF2B5EF4-FFF2-40B4-BE49-F238E27FC236}">
                <a16:creationId xmlns:a16="http://schemas.microsoft.com/office/drawing/2014/main" id="{A0D1DCEA-6F43-B87E-C074-39F208985D22}"/>
              </a:ext>
            </a:extLst>
          </p:cNvPr>
          <p:cNvSpPr>
            <a:spLocks noGrp="1"/>
          </p:cNvSpPr>
          <p:nvPr>
            <p:ph idx="1"/>
          </p:nvPr>
        </p:nvSpPr>
        <p:spPr>
          <a:xfrm>
            <a:off x="1061356" y="1860140"/>
            <a:ext cx="8082644" cy="3812459"/>
          </a:xfrm>
        </p:spPr>
        <p:txBody>
          <a:bodyPr>
            <a:normAutofit fontScale="62500" lnSpcReduction="20000"/>
          </a:bodyPr>
          <a:lstStyle/>
          <a:p>
            <a:pPr marL="0" indent="0">
              <a:buNone/>
            </a:pPr>
            <a:r>
              <a:rPr lang="en-US" b="1" dirty="0">
                <a:solidFill>
                  <a:schemeClr val="tx1"/>
                </a:solidFill>
              </a:rPr>
              <a:t>A. Business Strategy → Drives IT Strategy</a:t>
            </a:r>
          </a:p>
          <a:p>
            <a:pPr marL="0" indent="0">
              <a:buNone/>
            </a:pPr>
            <a:r>
              <a:rPr lang="en-US" dirty="0">
                <a:solidFill>
                  <a:schemeClr val="tx1"/>
                </a:solidFill>
              </a:rPr>
              <a:t>Business goals determine what IT systems are needed.</a:t>
            </a:r>
            <a:br>
              <a:rPr lang="en-US" dirty="0">
                <a:solidFill>
                  <a:schemeClr val="tx1"/>
                </a:solidFill>
              </a:rPr>
            </a:br>
            <a:r>
              <a:rPr lang="en-US" dirty="0">
                <a:solidFill>
                  <a:schemeClr val="tx1"/>
                </a:solidFill>
              </a:rPr>
              <a:t>Example:</a:t>
            </a:r>
            <a:br>
              <a:rPr lang="en-US" dirty="0">
                <a:solidFill>
                  <a:schemeClr val="tx1"/>
                </a:solidFill>
              </a:rPr>
            </a:br>
            <a:r>
              <a:rPr lang="en-US" dirty="0">
                <a:solidFill>
                  <a:schemeClr val="tx1"/>
                </a:solidFill>
              </a:rPr>
              <a:t>If the business strategy focuses on customer experience → IT invests in CRM, chatbots, website optimization.</a:t>
            </a:r>
          </a:p>
          <a:p>
            <a:pPr marL="0" indent="0">
              <a:buNone/>
            </a:pPr>
            <a:r>
              <a:rPr lang="en-US" b="1" dirty="0">
                <a:solidFill>
                  <a:schemeClr val="tx1"/>
                </a:solidFill>
              </a:rPr>
              <a:t>B. IT Strategy → Enables Business Strategy</a:t>
            </a:r>
          </a:p>
          <a:p>
            <a:pPr marL="0" indent="0">
              <a:buNone/>
            </a:pPr>
            <a:r>
              <a:rPr lang="en-US" dirty="0">
                <a:solidFill>
                  <a:schemeClr val="tx1"/>
                </a:solidFill>
              </a:rPr>
              <a:t>IT provides the tools and infrastructure to execute the business plan.</a:t>
            </a:r>
            <a:br>
              <a:rPr lang="en-US" dirty="0">
                <a:solidFill>
                  <a:schemeClr val="tx1"/>
                </a:solidFill>
              </a:rPr>
            </a:br>
            <a:r>
              <a:rPr lang="en-US" dirty="0">
                <a:solidFill>
                  <a:schemeClr val="tx1"/>
                </a:solidFill>
              </a:rPr>
              <a:t>Example:</a:t>
            </a:r>
            <a:br>
              <a:rPr lang="en-US" dirty="0">
                <a:solidFill>
                  <a:schemeClr val="tx1"/>
                </a:solidFill>
              </a:rPr>
            </a:br>
            <a:r>
              <a:rPr lang="en-US" dirty="0">
                <a:solidFill>
                  <a:schemeClr val="tx1"/>
                </a:solidFill>
              </a:rPr>
              <a:t>If the business wants global expansion → IT sets up cloud platforms, e-commerce systems, and ERP modules.</a:t>
            </a:r>
          </a:p>
          <a:p>
            <a:pPr marL="0" indent="0">
              <a:buNone/>
            </a:pPr>
            <a:r>
              <a:rPr lang="en-US" b="1" dirty="0">
                <a:solidFill>
                  <a:schemeClr val="tx1"/>
                </a:solidFill>
              </a:rPr>
              <a:t>C. Alignment Capability → Ensures Continuous Fit</a:t>
            </a:r>
          </a:p>
          <a:p>
            <a:pPr marL="0" indent="0">
              <a:buNone/>
            </a:pPr>
            <a:r>
              <a:rPr lang="en-US" dirty="0">
                <a:solidFill>
                  <a:schemeClr val="tx1"/>
                </a:solidFill>
              </a:rPr>
              <a:t>Business environment and technology both change.</a:t>
            </a:r>
            <a:br>
              <a:rPr lang="en-US" dirty="0">
                <a:solidFill>
                  <a:schemeClr val="tx1"/>
                </a:solidFill>
              </a:rPr>
            </a:br>
            <a:r>
              <a:rPr lang="en-US" dirty="0">
                <a:solidFill>
                  <a:schemeClr val="tx1"/>
                </a:solidFill>
              </a:rPr>
              <a:t>Alignment capability ensures the two strategies stay coordinated over time through:</a:t>
            </a:r>
          </a:p>
          <a:p>
            <a:pPr>
              <a:buClr>
                <a:schemeClr val="tx1"/>
              </a:buClr>
              <a:buFont typeface="Wingdings" panose="05000000000000000000" pitchFamily="2" charset="2"/>
              <a:buChar char="§"/>
            </a:pPr>
            <a:r>
              <a:rPr lang="en-US" dirty="0">
                <a:solidFill>
                  <a:schemeClr val="tx1"/>
                </a:solidFill>
              </a:rPr>
              <a:t>Regular reviews</a:t>
            </a:r>
          </a:p>
          <a:p>
            <a:pPr>
              <a:buClr>
                <a:schemeClr val="tx1"/>
              </a:buClr>
              <a:buFont typeface="Wingdings" panose="05000000000000000000" pitchFamily="2" charset="2"/>
              <a:buChar char="§"/>
            </a:pPr>
            <a:r>
              <a:rPr lang="en-US" dirty="0">
                <a:solidFill>
                  <a:schemeClr val="tx1"/>
                </a:solidFill>
              </a:rPr>
              <a:t>Cross-department communication</a:t>
            </a:r>
          </a:p>
          <a:p>
            <a:pPr>
              <a:buClr>
                <a:schemeClr val="tx1"/>
              </a:buClr>
              <a:buFont typeface="Wingdings" panose="05000000000000000000" pitchFamily="2" charset="2"/>
              <a:buChar char="§"/>
            </a:pPr>
            <a:r>
              <a:rPr lang="en-US" dirty="0">
                <a:solidFill>
                  <a:schemeClr val="tx1"/>
                </a:solidFill>
              </a:rPr>
              <a:t>Agile adjustments</a:t>
            </a:r>
          </a:p>
          <a:p>
            <a:pPr>
              <a:buClr>
                <a:schemeClr val="tx1"/>
              </a:buClr>
              <a:buFont typeface="Wingdings" panose="05000000000000000000" pitchFamily="2" charset="2"/>
              <a:buChar char="§"/>
            </a:pPr>
            <a:r>
              <a:rPr lang="en-US" dirty="0">
                <a:solidFill>
                  <a:schemeClr val="tx1"/>
                </a:solidFill>
              </a:rPr>
              <a:t>Shared decision-making</a:t>
            </a:r>
          </a:p>
          <a:p>
            <a:endParaRPr lang="en-IN" dirty="0"/>
          </a:p>
        </p:txBody>
      </p:sp>
    </p:spTree>
    <p:extLst>
      <p:ext uri="{BB962C8B-B14F-4D97-AF65-F5344CB8AC3E}">
        <p14:creationId xmlns:p14="http://schemas.microsoft.com/office/powerpoint/2010/main" val="1041013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A2A85-F287-329C-4B1F-B7818AB76E0B}"/>
              </a:ext>
            </a:extLst>
          </p:cNvPr>
          <p:cNvSpPr>
            <a:spLocks noGrp="1"/>
          </p:cNvSpPr>
          <p:nvPr>
            <p:ph type="title"/>
          </p:nvPr>
        </p:nvSpPr>
        <p:spPr/>
        <p:txBody>
          <a:bodyPr/>
          <a:lstStyle/>
          <a:p>
            <a:r>
              <a:rPr lang="en-IN" b="1" dirty="0">
                <a:solidFill>
                  <a:schemeClr val="tx1"/>
                </a:solidFill>
              </a:rPr>
              <a:t>The Alignment Cycle</a:t>
            </a:r>
          </a:p>
        </p:txBody>
      </p:sp>
      <p:sp>
        <p:nvSpPr>
          <p:cNvPr id="4" name="Rectangle 1">
            <a:extLst>
              <a:ext uri="{FF2B5EF4-FFF2-40B4-BE49-F238E27FC236}">
                <a16:creationId xmlns:a16="http://schemas.microsoft.com/office/drawing/2014/main" id="{A5583293-FAD0-0CCF-D084-2B78F6B2A4EB}"/>
              </a:ext>
            </a:extLst>
          </p:cNvPr>
          <p:cNvSpPr>
            <a:spLocks noGrp="1" noChangeArrowheads="1"/>
          </p:cNvSpPr>
          <p:nvPr>
            <p:ph idx="1"/>
          </p:nvPr>
        </p:nvSpPr>
        <p:spPr bwMode="auto">
          <a:xfrm>
            <a:off x="508000" y="2443550"/>
            <a:ext cx="6681839" cy="1731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ctr" anchorCtr="0" compatLnSpc="1">
            <a:prstTxWarp prst="textNoShape">
              <a:avLst/>
            </a:prstTxWarp>
            <a:spAutoFit/>
          </a:bodyPr>
          <a:lstStyle/>
          <a:p>
            <a:pPr eaLnBrk="0" fontAlgn="base" hangingPunct="0">
              <a:spcBef>
                <a:spcPct val="0"/>
              </a:spcBef>
              <a:spcAft>
                <a:spcPct val="0"/>
              </a:spcAft>
              <a:buClrTx/>
              <a:buFont typeface="Wingdings" panose="05000000000000000000" pitchFamily="2" charset="2"/>
              <a:buChar char="§"/>
            </a:pPr>
            <a:r>
              <a:rPr lang="en-US" altLang="en-US" sz="1800" b="1" dirty="0">
                <a:latin typeface="Arial" panose="020B0604020202020204" pitchFamily="34" charset="0"/>
              </a:rPr>
              <a:t>Business Strategy is created</a:t>
            </a:r>
            <a:endParaRPr lang="en-US" altLang="en-US" sz="1800" dirty="0">
              <a:latin typeface="Arial" panose="020B0604020202020204" pitchFamily="34" charset="0"/>
            </a:endParaRPr>
          </a:p>
          <a:p>
            <a:pPr eaLnBrk="0" fontAlgn="base" hangingPunct="0">
              <a:spcBef>
                <a:spcPct val="0"/>
              </a:spcBef>
              <a:spcAft>
                <a:spcPct val="0"/>
              </a:spcAft>
              <a:buClrTx/>
              <a:buFont typeface="Wingdings" panose="05000000000000000000" pitchFamily="2" charset="2"/>
              <a:buChar char="§"/>
            </a:pPr>
            <a:r>
              <a:rPr lang="en-US" altLang="en-US" sz="1800" b="1" dirty="0">
                <a:latin typeface="Arial" panose="020B0604020202020204" pitchFamily="34" charset="0"/>
              </a:rPr>
              <a:t>IT Strategy is designed</a:t>
            </a:r>
            <a:r>
              <a:rPr lang="en-US" altLang="en-US" sz="1800" dirty="0">
                <a:latin typeface="Arial" panose="020B0604020202020204" pitchFamily="34" charset="0"/>
              </a:rPr>
              <a:t> to support it</a:t>
            </a:r>
          </a:p>
          <a:p>
            <a:pPr eaLnBrk="0" fontAlgn="base" hangingPunct="0">
              <a:spcBef>
                <a:spcPct val="0"/>
              </a:spcBef>
              <a:spcAft>
                <a:spcPct val="0"/>
              </a:spcAft>
              <a:buClrTx/>
              <a:buFont typeface="Wingdings" panose="05000000000000000000" pitchFamily="2" charset="2"/>
              <a:buChar char="§"/>
            </a:pPr>
            <a:r>
              <a:rPr lang="en-US" altLang="en-US" sz="1800" b="1" dirty="0">
                <a:latin typeface="Arial" panose="020B0604020202020204" pitchFamily="34" charset="0"/>
              </a:rPr>
              <a:t>Alignment Capability</a:t>
            </a:r>
            <a:r>
              <a:rPr lang="en-US" altLang="en-US" sz="1800" dirty="0">
                <a:latin typeface="Arial" panose="020B0604020202020204" pitchFamily="34" charset="0"/>
              </a:rPr>
              <a:t> ensures both strategies stay connected</a:t>
            </a:r>
          </a:p>
          <a:p>
            <a:pPr eaLnBrk="0" fontAlgn="base" hangingPunct="0">
              <a:spcBef>
                <a:spcPct val="0"/>
              </a:spcBef>
              <a:spcAft>
                <a:spcPct val="0"/>
              </a:spcAft>
              <a:buClrTx/>
              <a:buFont typeface="Wingdings" panose="05000000000000000000" pitchFamily="2" charset="2"/>
              <a:buChar char="§"/>
            </a:pPr>
            <a:r>
              <a:rPr lang="en-US" altLang="en-US" sz="1800" b="1" dirty="0">
                <a:latin typeface="Arial" panose="020B0604020202020204" pitchFamily="34" charset="0"/>
              </a:rPr>
              <a:t>IT improves business performance</a:t>
            </a:r>
            <a:r>
              <a:rPr lang="en-US" altLang="en-US" sz="1800" dirty="0">
                <a:latin typeface="Arial" panose="020B0604020202020204" pitchFamily="34" charset="0"/>
              </a:rPr>
              <a:t>, which shapes future business strategy</a:t>
            </a:r>
          </a:p>
          <a:p>
            <a:pPr eaLnBrk="0" fontAlgn="base" hangingPunct="0">
              <a:spcBef>
                <a:spcPct val="0"/>
              </a:spcBef>
              <a:spcAft>
                <a:spcPct val="0"/>
              </a:spcAft>
              <a:buClrTx/>
              <a:buFont typeface="Wingdings" panose="05000000000000000000" pitchFamily="2" charset="2"/>
              <a:buChar char="§"/>
            </a:pPr>
            <a:r>
              <a:rPr lang="en-US" altLang="en-US" sz="1800" dirty="0">
                <a:latin typeface="Arial" panose="020B0604020202020204" pitchFamily="34" charset="0"/>
              </a:rPr>
              <a:t>The cycle repeats</a:t>
            </a:r>
          </a:p>
        </p:txBody>
      </p:sp>
    </p:spTree>
    <p:extLst>
      <p:ext uri="{BB962C8B-B14F-4D97-AF65-F5344CB8AC3E}">
        <p14:creationId xmlns:p14="http://schemas.microsoft.com/office/powerpoint/2010/main" val="19102500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BB2D9-E3F7-532E-ABC8-73358B577A57}"/>
              </a:ext>
            </a:extLst>
          </p:cNvPr>
          <p:cNvSpPr>
            <a:spLocks noGrp="1"/>
          </p:cNvSpPr>
          <p:nvPr>
            <p:ph type="title"/>
          </p:nvPr>
        </p:nvSpPr>
        <p:spPr>
          <a:xfrm>
            <a:off x="508000" y="1314450"/>
            <a:ext cx="7485626" cy="737420"/>
          </a:xfrm>
        </p:spPr>
        <p:txBody>
          <a:bodyPr>
            <a:normAutofit fontScale="90000"/>
          </a:bodyPr>
          <a:lstStyle/>
          <a:p>
            <a:r>
              <a:rPr lang="en-US" sz="2325" b="1" dirty="0">
                <a:solidFill>
                  <a:schemeClr val="tx1"/>
                </a:solidFill>
              </a:rPr>
              <a:t>Difference between Structured, Semi-structured and Unstructured data</a:t>
            </a:r>
            <a:br>
              <a:rPr lang="en-US" b="1" dirty="0"/>
            </a:br>
            <a:endParaRPr lang="en-IN" dirty="0"/>
          </a:p>
        </p:txBody>
      </p:sp>
      <p:sp>
        <p:nvSpPr>
          <p:cNvPr id="3" name="Content Placeholder 2">
            <a:extLst>
              <a:ext uri="{FF2B5EF4-FFF2-40B4-BE49-F238E27FC236}">
                <a16:creationId xmlns:a16="http://schemas.microsoft.com/office/drawing/2014/main" id="{22215A59-2432-E1EF-AB0C-C12CA5F2DD75}"/>
              </a:ext>
            </a:extLst>
          </p:cNvPr>
          <p:cNvSpPr>
            <a:spLocks noGrp="1"/>
          </p:cNvSpPr>
          <p:nvPr>
            <p:ph idx="1"/>
          </p:nvPr>
        </p:nvSpPr>
        <p:spPr>
          <a:xfrm>
            <a:off x="508000" y="2204846"/>
            <a:ext cx="7485625" cy="3423507"/>
          </a:xfrm>
        </p:spPr>
        <p:txBody>
          <a:bodyPr>
            <a:normAutofit/>
          </a:bodyPr>
          <a:lstStyle/>
          <a:p>
            <a:pPr marL="0" indent="0">
              <a:buNone/>
            </a:pPr>
            <a:r>
              <a:rPr lang="en-US" sz="1800" dirty="0"/>
              <a:t>In today’s data-driven economy, businesses are inundated with information from thousands of sources, including CRMs, web apps, IoT devices, social media, internal systems, and third-party APIs. To make sense of this information and drive smarter decisions, organizations must understand how data is categorized and handled.</a:t>
            </a:r>
          </a:p>
          <a:p>
            <a:pPr marL="0" indent="0">
              <a:buNone/>
            </a:pPr>
            <a:r>
              <a:rPr lang="en-US" sz="1800" dirty="0"/>
              <a:t>Broadly, data falls into three categories:</a:t>
            </a:r>
          </a:p>
          <a:p>
            <a:pPr>
              <a:buClr>
                <a:schemeClr val="tx1"/>
              </a:buClr>
              <a:buFont typeface="Wingdings" panose="05000000000000000000" pitchFamily="2" charset="2"/>
              <a:buChar char="§"/>
            </a:pPr>
            <a:r>
              <a:rPr lang="en-US" sz="1800" dirty="0"/>
              <a:t>Structured data</a:t>
            </a:r>
          </a:p>
          <a:p>
            <a:pPr>
              <a:buClr>
                <a:schemeClr val="tx1"/>
              </a:buClr>
              <a:buFont typeface="Wingdings" panose="05000000000000000000" pitchFamily="2" charset="2"/>
              <a:buChar char="§"/>
            </a:pPr>
            <a:r>
              <a:rPr lang="en-US" sz="1800" dirty="0"/>
              <a:t>Unstructured data</a:t>
            </a:r>
          </a:p>
          <a:p>
            <a:pPr>
              <a:buClr>
                <a:schemeClr val="tx1"/>
              </a:buClr>
              <a:buFont typeface="Wingdings" panose="05000000000000000000" pitchFamily="2" charset="2"/>
              <a:buChar char="§"/>
            </a:pPr>
            <a:r>
              <a:rPr lang="en-US" sz="1800" dirty="0"/>
              <a:t>Semi-structured data</a:t>
            </a:r>
          </a:p>
          <a:p>
            <a:endParaRPr lang="en-IN" dirty="0"/>
          </a:p>
        </p:txBody>
      </p:sp>
    </p:spTree>
    <p:extLst>
      <p:ext uri="{BB962C8B-B14F-4D97-AF65-F5344CB8AC3E}">
        <p14:creationId xmlns:p14="http://schemas.microsoft.com/office/powerpoint/2010/main" val="17691690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9AD5-545B-9CC8-445B-21CE23D4DA43}"/>
              </a:ext>
            </a:extLst>
          </p:cNvPr>
          <p:cNvSpPr>
            <a:spLocks noGrp="1"/>
          </p:cNvSpPr>
          <p:nvPr>
            <p:ph type="title"/>
          </p:nvPr>
        </p:nvSpPr>
        <p:spPr>
          <a:xfrm>
            <a:off x="508001" y="1314450"/>
            <a:ext cx="6447501" cy="501446"/>
          </a:xfrm>
        </p:spPr>
        <p:txBody>
          <a:bodyPr>
            <a:normAutofit fontScale="90000"/>
          </a:bodyPr>
          <a:lstStyle/>
          <a:p>
            <a:r>
              <a:rPr lang="en-IN" b="1" dirty="0">
                <a:solidFill>
                  <a:schemeClr val="tx1"/>
                </a:solidFill>
              </a:rPr>
              <a:t>Structured Data</a:t>
            </a:r>
          </a:p>
        </p:txBody>
      </p:sp>
      <p:sp>
        <p:nvSpPr>
          <p:cNvPr id="3" name="Content Placeholder 2">
            <a:extLst>
              <a:ext uri="{FF2B5EF4-FFF2-40B4-BE49-F238E27FC236}">
                <a16:creationId xmlns:a16="http://schemas.microsoft.com/office/drawing/2014/main" id="{7E08FB11-B5C9-A2BA-7A9B-CEAB23DE5658}"/>
              </a:ext>
            </a:extLst>
          </p:cNvPr>
          <p:cNvSpPr>
            <a:spLocks noGrp="1"/>
          </p:cNvSpPr>
          <p:nvPr>
            <p:ph idx="1"/>
          </p:nvPr>
        </p:nvSpPr>
        <p:spPr>
          <a:xfrm>
            <a:off x="508000" y="1815896"/>
            <a:ext cx="7758470" cy="3572376"/>
          </a:xfrm>
        </p:spPr>
        <p:txBody>
          <a:bodyPr>
            <a:normAutofit lnSpcReduction="10000"/>
          </a:bodyPr>
          <a:lstStyle/>
          <a:p>
            <a:pPr marL="0" indent="0">
              <a:buNone/>
            </a:pPr>
            <a:r>
              <a:rPr lang="en-US" sz="1500" dirty="0"/>
              <a:t>Data that is </a:t>
            </a:r>
            <a:r>
              <a:rPr lang="en-US" sz="1500" b="1" dirty="0"/>
              <a:t>highly organized</a:t>
            </a:r>
            <a:r>
              <a:rPr lang="en-US" sz="1500" dirty="0"/>
              <a:t> and stored in a </a:t>
            </a:r>
            <a:r>
              <a:rPr lang="en-US" sz="1500" b="1" dirty="0"/>
              <a:t>fixed, tabular format</a:t>
            </a:r>
            <a:r>
              <a:rPr lang="en-US" sz="1500" dirty="0"/>
              <a:t> (rows &amp; columns) so that it can be easily entered, stored, queried, and analyzed.</a:t>
            </a:r>
          </a:p>
          <a:p>
            <a:pPr marL="0" indent="0">
              <a:buNone/>
            </a:pPr>
            <a:r>
              <a:rPr lang="en-US" sz="1500" b="1" dirty="0"/>
              <a:t>Characteristics:</a:t>
            </a:r>
          </a:p>
          <a:p>
            <a:pPr>
              <a:buClr>
                <a:schemeClr val="tx1"/>
              </a:buClr>
              <a:buFont typeface="Wingdings" panose="05000000000000000000" pitchFamily="2" charset="2"/>
              <a:buChar char="§"/>
            </a:pPr>
            <a:r>
              <a:rPr lang="en-US" sz="1500" dirty="0"/>
              <a:t>Follows a </a:t>
            </a:r>
            <a:r>
              <a:rPr lang="en-US" sz="1500" b="1" dirty="0"/>
              <a:t>predefined schema</a:t>
            </a:r>
            <a:r>
              <a:rPr lang="en-US" sz="1500" dirty="0"/>
              <a:t> (fixed columns like Name, Age, Salary).</a:t>
            </a:r>
          </a:p>
          <a:p>
            <a:pPr>
              <a:buClr>
                <a:schemeClr val="tx1"/>
              </a:buClr>
              <a:buFont typeface="Wingdings" panose="05000000000000000000" pitchFamily="2" charset="2"/>
              <a:buChar char="§"/>
            </a:pPr>
            <a:r>
              <a:rPr lang="en-US" sz="1500" dirty="0"/>
              <a:t>Easy to </a:t>
            </a:r>
            <a:r>
              <a:rPr lang="en-US" sz="1500" b="1" dirty="0"/>
              <a:t>search, filter, and analyze</a:t>
            </a:r>
            <a:r>
              <a:rPr lang="en-US" sz="1500" dirty="0"/>
              <a:t> using SQL.</a:t>
            </a:r>
          </a:p>
          <a:p>
            <a:pPr>
              <a:buClr>
                <a:schemeClr val="tx1"/>
              </a:buClr>
              <a:buFont typeface="Wingdings" panose="05000000000000000000" pitchFamily="2" charset="2"/>
              <a:buChar char="§"/>
            </a:pPr>
            <a:r>
              <a:rPr lang="en-US" sz="1500" dirty="0"/>
              <a:t>Stored in </a:t>
            </a:r>
            <a:r>
              <a:rPr lang="en-US" sz="1500" b="1" dirty="0"/>
              <a:t>relational databases</a:t>
            </a:r>
            <a:r>
              <a:rPr lang="en-US" sz="1500" dirty="0"/>
              <a:t> (RDBMS).</a:t>
            </a:r>
          </a:p>
          <a:p>
            <a:pPr marL="0" indent="0">
              <a:buNone/>
            </a:pPr>
            <a:r>
              <a:rPr lang="en-US" sz="1500" b="1" dirty="0"/>
              <a:t>Examples:</a:t>
            </a:r>
          </a:p>
          <a:p>
            <a:pPr>
              <a:buClr>
                <a:schemeClr val="tx1"/>
              </a:buClr>
              <a:buFont typeface="Wingdings" panose="05000000000000000000" pitchFamily="2" charset="2"/>
              <a:buChar char="§"/>
            </a:pPr>
            <a:r>
              <a:rPr lang="en-US" sz="1500" dirty="0"/>
              <a:t>Excel sheets</a:t>
            </a:r>
          </a:p>
          <a:p>
            <a:pPr>
              <a:buClr>
                <a:schemeClr val="tx1"/>
              </a:buClr>
              <a:buFont typeface="Wingdings" panose="05000000000000000000" pitchFamily="2" charset="2"/>
              <a:buChar char="§"/>
            </a:pPr>
            <a:r>
              <a:rPr lang="en-US" sz="1500" dirty="0"/>
              <a:t>SQL database tables (e.g., Students table, Sales table)</a:t>
            </a:r>
          </a:p>
          <a:p>
            <a:pPr>
              <a:buClr>
                <a:schemeClr val="tx1"/>
              </a:buClr>
              <a:buFont typeface="Wingdings" panose="05000000000000000000" pitchFamily="2" charset="2"/>
              <a:buChar char="§"/>
            </a:pPr>
            <a:r>
              <a:rPr lang="en-US" sz="1500" dirty="0"/>
              <a:t>Bank transaction records</a:t>
            </a:r>
          </a:p>
          <a:p>
            <a:pPr>
              <a:buClr>
                <a:schemeClr val="tx1"/>
              </a:buClr>
              <a:buFont typeface="Wingdings" panose="05000000000000000000" pitchFamily="2" charset="2"/>
              <a:buChar char="§"/>
            </a:pPr>
            <a:r>
              <a:rPr lang="en-US" sz="1500" dirty="0"/>
              <a:t>Employee records (Emp ID, Name, Dept, Salary)</a:t>
            </a:r>
          </a:p>
          <a:p>
            <a:endParaRPr lang="en-IN" dirty="0"/>
          </a:p>
        </p:txBody>
      </p:sp>
    </p:spTree>
    <p:extLst>
      <p:ext uri="{BB962C8B-B14F-4D97-AF65-F5344CB8AC3E}">
        <p14:creationId xmlns:p14="http://schemas.microsoft.com/office/powerpoint/2010/main" val="1509918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EB34F-4415-AC38-8F2F-AB00B81AF20A}"/>
              </a:ext>
            </a:extLst>
          </p:cNvPr>
          <p:cNvSpPr>
            <a:spLocks noGrp="1"/>
          </p:cNvSpPr>
          <p:nvPr>
            <p:ph type="title"/>
          </p:nvPr>
        </p:nvSpPr>
        <p:spPr>
          <a:xfrm>
            <a:off x="508001" y="1314450"/>
            <a:ext cx="6447501" cy="560439"/>
          </a:xfrm>
        </p:spPr>
        <p:txBody>
          <a:bodyPr>
            <a:normAutofit fontScale="90000"/>
          </a:bodyPr>
          <a:lstStyle/>
          <a:p>
            <a:r>
              <a:rPr lang="en-IN" b="1" dirty="0">
                <a:solidFill>
                  <a:schemeClr val="tx1"/>
                </a:solidFill>
              </a:rPr>
              <a:t>Semi-structured Data</a:t>
            </a:r>
          </a:p>
        </p:txBody>
      </p:sp>
      <p:sp>
        <p:nvSpPr>
          <p:cNvPr id="3" name="Content Placeholder 2">
            <a:extLst>
              <a:ext uri="{FF2B5EF4-FFF2-40B4-BE49-F238E27FC236}">
                <a16:creationId xmlns:a16="http://schemas.microsoft.com/office/drawing/2014/main" id="{E68A82FC-8DF6-4F28-78E8-3D999B24C911}"/>
              </a:ext>
            </a:extLst>
          </p:cNvPr>
          <p:cNvSpPr>
            <a:spLocks noGrp="1"/>
          </p:cNvSpPr>
          <p:nvPr>
            <p:ph idx="1"/>
          </p:nvPr>
        </p:nvSpPr>
        <p:spPr>
          <a:xfrm>
            <a:off x="508000" y="1874890"/>
            <a:ext cx="7470877" cy="3812457"/>
          </a:xfrm>
        </p:spPr>
        <p:txBody>
          <a:bodyPr>
            <a:normAutofit fontScale="85000" lnSpcReduction="20000"/>
          </a:bodyPr>
          <a:lstStyle/>
          <a:p>
            <a:pPr marL="0" indent="0">
              <a:buNone/>
            </a:pPr>
            <a:r>
              <a:rPr lang="en-US" sz="1650" dirty="0"/>
              <a:t>Data that </a:t>
            </a:r>
            <a:r>
              <a:rPr lang="en-US" sz="1650" b="1" dirty="0"/>
              <a:t>does not follow a strict tabular format</a:t>
            </a:r>
            <a:r>
              <a:rPr lang="en-US" sz="1650" dirty="0"/>
              <a:t>, but still has </a:t>
            </a:r>
            <a:r>
              <a:rPr lang="en-US" sz="1650" b="1" dirty="0"/>
              <a:t>some organizational structure</a:t>
            </a:r>
            <a:r>
              <a:rPr lang="en-US" sz="1650" dirty="0"/>
              <a:t> using tags or markers.</a:t>
            </a:r>
          </a:p>
          <a:p>
            <a:pPr marL="0" indent="0">
              <a:buNone/>
            </a:pPr>
            <a:r>
              <a:rPr lang="en-US" sz="1650" b="1" dirty="0"/>
              <a:t>Characteristics:</a:t>
            </a:r>
          </a:p>
          <a:p>
            <a:pPr>
              <a:buClr>
                <a:schemeClr val="tx1"/>
              </a:buClr>
              <a:buFont typeface="Wingdings" panose="05000000000000000000" pitchFamily="2" charset="2"/>
              <a:buChar char="§"/>
            </a:pPr>
            <a:r>
              <a:rPr lang="en-US" sz="1650" dirty="0"/>
              <a:t>No fixed row-column format.</a:t>
            </a:r>
          </a:p>
          <a:p>
            <a:pPr>
              <a:buClr>
                <a:schemeClr val="tx1"/>
              </a:buClr>
              <a:buFont typeface="Wingdings" panose="05000000000000000000" pitchFamily="2" charset="2"/>
              <a:buChar char="§"/>
            </a:pPr>
            <a:r>
              <a:rPr lang="en-US" sz="1650" dirty="0"/>
              <a:t>Has </a:t>
            </a:r>
            <a:r>
              <a:rPr lang="en-US" sz="1650" b="1" dirty="0"/>
              <a:t>tags, key–value pairs or hierarchical structure</a:t>
            </a:r>
            <a:r>
              <a:rPr lang="en-US" sz="1650" dirty="0"/>
              <a:t>.</a:t>
            </a:r>
          </a:p>
          <a:p>
            <a:pPr>
              <a:buClr>
                <a:schemeClr val="tx1"/>
              </a:buClr>
              <a:buFont typeface="Wingdings" panose="05000000000000000000" pitchFamily="2" charset="2"/>
              <a:buChar char="§"/>
            </a:pPr>
            <a:r>
              <a:rPr lang="en-US" sz="1650" dirty="0"/>
              <a:t>Easier to organize than unstructured data, but harder than structured data.</a:t>
            </a:r>
          </a:p>
          <a:p>
            <a:pPr>
              <a:buClr>
                <a:schemeClr val="tx1"/>
              </a:buClr>
              <a:buFont typeface="Wingdings" panose="05000000000000000000" pitchFamily="2" charset="2"/>
              <a:buChar char="§"/>
            </a:pPr>
            <a:r>
              <a:rPr lang="en-US" sz="1650" dirty="0"/>
              <a:t>Often used in </a:t>
            </a:r>
            <a:r>
              <a:rPr lang="en-US" sz="1650" b="1" dirty="0"/>
              <a:t>web and big data applications</a:t>
            </a:r>
            <a:r>
              <a:rPr lang="en-US" sz="1650" dirty="0"/>
              <a:t>.</a:t>
            </a:r>
          </a:p>
          <a:p>
            <a:pPr marL="0" indent="0">
              <a:buNone/>
            </a:pPr>
            <a:r>
              <a:rPr lang="en-US" sz="1650" b="1" dirty="0"/>
              <a:t>Examples:</a:t>
            </a:r>
          </a:p>
          <a:p>
            <a:pPr>
              <a:buClr>
                <a:schemeClr val="tx1"/>
              </a:buClr>
              <a:buFont typeface="Wingdings" panose="05000000000000000000" pitchFamily="2" charset="2"/>
              <a:buChar char="§"/>
            </a:pPr>
            <a:r>
              <a:rPr lang="en-US" sz="1650" dirty="0"/>
              <a:t>JSON files</a:t>
            </a:r>
          </a:p>
          <a:p>
            <a:pPr>
              <a:buClr>
                <a:schemeClr val="tx1"/>
              </a:buClr>
              <a:buFont typeface="Wingdings" panose="05000000000000000000" pitchFamily="2" charset="2"/>
              <a:buChar char="§"/>
            </a:pPr>
            <a:r>
              <a:rPr lang="en-US" sz="1650" dirty="0"/>
              <a:t>XML files</a:t>
            </a:r>
          </a:p>
          <a:p>
            <a:pPr>
              <a:buClr>
                <a:schemeClr val="tx1"/>
              </a:buClr>
              <a:buFont typeface="Wingdings" panose="05000000000000000000" pitchFamily="2" charset="2"/>
              <a:buChar char="§"/>
            </a:pPr>
            <a:r>
              <a:rPr lang="en-US" sz="1650" dirty="0"/>
              <a:t>HTML pages</a:t>
            </a:r>
          </a:p>
          <a:p>
            <a:pPr>
              <a:buClr>
                <a:schemeClr val="tx1"/>
              </a:buClr>
              <a:buFont typeface="Wingdings" panose="05000000000000000000" pitchFamily="2" charset="2"/>
              <a:buChar char="§"/>
            </a:pPr>
            <a:r>
              <a:rPr lang="en-US" sz="1650" dirty="0"/>
              <a:t>Emails (subject, from, to, body – some structure + free text)</a:t>
            </a:r>
          </a:p>
          <a:p>
            <a:pPr>
              <a:buClr>
                <a:schemeClr val="tx1"/>
              </a:buClr>
              <a:buFont typeface="Wingdings" panose="05000000000000000000" pitchFamily="2" charset="2"/>
              <a:buChar char="§"/>
            </a:pPr>
            <a:r>
              <a:rPr lang="en-US" sz="1650" dirty="0"/>
              <a:t>NoSQL databases (like MongoDB documents)</a:t>
            </a:r>
          </a:p>
          <a:p>
            <a:endParaRPr lang="en-IN" dirty="0"/>
          </a:p>
        </p:txBody>
      </p:sp>
    </p:spTree>
    <p:extLst>
      <p:ext uri="{BB962C8B-B14F-4D97-AF65-F5344CB8AC3E}">
        <p14:creationId xmlns:p14="http://schemas.microsoft.com/office/powerpoint/2010/main" val="2340984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2D09A-5094-215A-42E6-5EA52FBC7ED6}"/>
              </a:ext>
            </a:extLst>
          </p:cNvPr>
          <p:cNvSpPr>
            <a:spLocks noGrp="1"/>
          </p:cNvSpPr>
          <p:nvPr>
            <p:ph type="title"/>
          </p:nvPr>
        </p:nvSpPr>
        <p:spPr>
          <a:xfrm>
            <a:off x="508001" y="1314450"/>
            <a:ext cx="6447501" cy="501446"/>
          </a:xfrm>
        </p:spPr>
        <p:txBody>
          <a:bodyPr>
            <a:normAutofit fontScale="90000"/>
          </a:bodyPr>
          <a:lstStyle/>
          <a:p>
            <a:r>
              <a:rPr lang="en-IN" b="1" dirty="0">
                <a:solidFill>
                  <a:schemeClr val="tx1"/>
                </a:solidFill>
              </a:rPr>
              <a:t>Unstructured Data</a:t>
            </a:r>
          </a:p>
        </p:txBody>
      </p:sp>
      <p:sp>
        <p:nvSpPr>
          <p:cNvPr id="3" name="Content Placeholder 2">
            <a:extLst>
              <a:ext uri="{FF2B5EF4-FFF2-40B4-BE49-F238E27FC236}">
                <a16:creationId xmlns:a16="http://schemas.microsoft.com/office/drawing/2014/main" id="{C21FC707-7E44-82D7-0023-0205A884DD04}"/>
              </a:ext>
            </a:extLst>
          </p:cNvPr>
          <p:cNvSpPr>
            <a:spLocks noGrp="1"/>
          </p:cNvSpPr>
          <p:nvPr>
            <p:ph idx="1"/>
          </p:nvPr>
        </p:nvSpPr>
        <p:spPr>
          <a:xfrm>
            <a:off x="508000" y="1815896"/>
            <a:ext cx="7979696" cy="3849328"/>
          </a:xfrm>
        </p:spPr>
        <p:txBody>
          <a:bodyPr>
            <a:normAutofit fontScale="92500" lnSpcReduction="10000"/>
          </a:bodyPr>
          <a:lstStyle/>
          <a:p>
            <a:pPr marL="0" indent="0">
              <a:buNone/>
            </a:pPr>
            <a:r>
              <a:rPr lang="en-US" sz="1500" dirty="0"/>
              <a:t>Data that </a:t>
            </a:r>
            <a:r>
              <a:rPr lang="en-US" sz="1500" b="1" dirty="0"/>
              <a:t>has no predefined structure or schema</a:t>
            </a:r>
            <a:r>
              <a:rPr lang="en-US" sz="1500" dirty="0"/>
              <a:t>, and does not fit into rows and columns.</a:t>
            </a:r>
          </a:p>
          <a:p>
            <a:pPr marL="0" indent="0">
              <a:buNone/>
            </a:pPr>
            <a:r>
              <a:rPr lang="en-US" sz="1500" b="1" dirty="0"/>
              <a:t>Characteristics</a:t>
            </a:r>
          </a:p>
          <a:p>
            <a:pPr>
              <a:buClr>
                <a:schemeClr val="tx1"/>
              </a:buClr>
              <a:buFont typeface="Wingdings" panose="05000000000000000000" pitchFamily="2" charset="2"/>
              <a:buChar char="§"/>
            </a:pPr>
            <a:r>
              <a:rPr lang="en-US" sz="1500" dirty="0"/>
              <a:t>Mostly </a:t>
            </a:r>
            <a:r>
              <a:rPr lang="en-US" sz="1500" b="1" dirty="0"/>
              <a:t>free-form</a:t>
            </a:r>
            <a:r>
              <a:rPr lang="en-US" sz="1500" dirty="0"/>
              <a:t> content.</a:t>
            </a:r>
          </a:p>
          <a:p>
            <a:pPr>
              <a:buClr>
                <a:schemeClr val="tx1"/>
              </a:buClr>
              <a:buFont typeface="Wingdings" panose="05000000000000000000" pitchFamily="2" charset="2"/>
              <a:buChar char="§"/>
            </a:pPr>
            <a:r>
              <a:rPr lang="en-US" sz="1500" dirty="0"/>
              <a:t>Difficult to store in traditional databases.</a:t>
            </a:r>
          </a:p>
          <a:p>
            <a:pPr>
              <a:buClr>
                <a:schemeClr val="tx1"/>
              </a:buClr>
              <a:buFont typeface="Wingdings" panose="05000000000000000000" pitchFamily="2" charset="2"/>
              <a:buChar char="§"/>
            </a:pPr>
            <a:r>
              <a:rPr lang="en-US" sz="1500" dirty="0"/>
              <a:t>Requires techniques like </a:t>
            </a:r>
            <a:r>
              <a:rPr lang="en-US" sz="1500" b="1" dirty="0"/>
              <a:t>text mining, NLP, image processing</a:t>
            </a:r>
            <a:r>
              <a:rPr lang="en-US" sz="1500" dirty="0"/>
              <a:t> for analysis.</a:t>
            </a:r>
          </a:p>
          <a:p>
            <a:pPr>
              <a:buClr>
                <a:schemeClr val="tx1"/>
              </a:buClr>
              <a:buFont typeface="Wingdings" panose="05000000000000000000" pitchFamily="2" charset="2"/>
              <a:buChar char="§"/>
            </a:pPr>
            <a:r>
              <a:rPr lang="en-US" sz="1500" dirty="0"/>
              <a:t>Makes up a large portion of real-world data.</a:t>
            </a:r>
          </a:p>
          <a:p>
            <a:pPr marL="0" indent="0">
              <a:buNone/>
            </a:pPr>
            <a:r>
              <a:rPr lang="en-US" sz="1500" b="1" dirty="0"/>
              <a:t>Examples</a:t>
            </a:r>
          </a:p>
          <a:p>
            <a:pPr>
              <a:buClr>
                <a:schemeClr val="tx1"/>
              </a:buClr>
              <a:buFont typeface="Wingdings" panose="05000000000000000000" pitchFamily="2" charset="2"/>
              <a:buChar char="§"/>
            </a:pPr>
            <a:r>
              <a:rPr lang="en-US" sz="1500" dirty="0"/>
              <a:t>Text documents (Word, PDFs)</a:t>
            </a:r>
          </a:p>
          <a:p>
            <a:pPr>
              <a:buClr>
                <a:schemeClr val="tx1"/>
              </a:buClr>
              <a:buFont typeface="Wingdings" panose="05000000000000000000" pitchFamily="2" charset="2"/>
              <a:buChar char="§"/>
            </a:pPr>
            <a:r>
              <a:rPr lang="en-US" sz="1500" dirty="0"/>
              <a:t>Images, photos</a:t>
            </a:r>
          </a:p>
          <a:p>
            <a:pPr>
              <a:buClr>
                <a:schemeClr val="tx1"/>
              </a:buClr>
              <a:buFont typeface="Wingdings" panose="05000000000000000000" pitchFamily="2" charset="2"/>
              <a:buChar char="§"/>
            </a:pPr>
            <a:r>
              <a:rPr lang="en-US" sz="1500" dirty="0"/>
              <a:t>Audio files, videos</a:t>
            </a:r>
          </a:p>
          <a:p>
            <a:pPr>
              <a:buClr>
                <a:schemeClr val="tx1"/>
              </a:buClr>
              <a:buFont typeface="Wingdings" panose="05000000000000000000" pitchFamily="2" charset="2"/>
              <a:buChar char="§"/>
            </a:pPr>
            <a:r>
              <a:rPr lang="en-US" sz="1500" dirty="0"/>
              <a:t>Social media posts, comments, chats</a:t>
            </a:r>
          </a:p>
          <a:p>
            <a:pPr>
              <a:buClr>
                <a:schemeClr val="tx1"/>
              </a:buClr>
              <a:buFont typeface="Wingdings" panose="05000000000000000000" pitchFamily="2" charset="2"/>
              <a:buChar char="§"/>
            </a:pPr>
            <a:r>
              <a:rPr lang="en-US" sz="1500" dirty="0"/>
              <a:t>Scanned documents</a:t>
            </a:r>
          </a:p>
          <a:p>
            <a:endParaRPr lang="en-IN" dirty="0"/>
          </a:p>
        </p:txBody>
      </p:sp>
    </p:spTree>
    <p:extLst>
      <p:ext uri="{BB962C8B-B14F-4D97-AF65-F5344CB8AC3E}">
        <p14:creationId xmlns:p14="http://schemas.microsoft.com/office/powerpoint/2010/main" val="797114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0D450-5ADB-064B-E284-093F058F2523}"/>
              </a:ext>
            </a:extLst>
          </p:cNvPr>
          <p:cNvSpPr>
            <a:spLocks noGrp="1"/>
          </p:cNvSpPr>
          <p:nvPr>
            <p:ph type="title"/>
          </p:nvPr>
        </p:nvSpPr>
        <p:spPr>
          <a:xfrm>
            <a:off x="508001" y="1314450"/>
            <a:ext cx="6447501" cy="722671"/>
          </a:xfrm>
        </p:spPr>
        <p:txBody>
          <a:bodyPr>
            <a:normAutofit fontScale="90000"/>
          </a:bodyPr>
          <a:lstStyle/>
          <a:p>
            <a:r>
              <a:rPr lang="en-IN" sz="2325" b="1" dirty="0">
                <a:solidFill>
                  <a:schemeClr val="tx1"/>
                </a:solidFill>
              </a:rPr>
              <a:t>Common Data Sources (</a:t>
            </a:r>
            <a:r>
              <a:rPr lang="en-US" sz="2325" b="1" dirty="0">
                <a:solidFill>
                  <a:schemeClr val="tx1"/>
                </a:solidFill>
              </a:rPr>
              <a:t>internal data, third-party analytics, external data and open data</a:t>
            </a:r>
            <a:r>
              <a:rPr lang="en-IN" sz="2325" b="1" dirty="0">
                <a:solidFill>
                  <a:schemeClr val="tx1"/>
                </a:solidFill>
              </a:rPr>
              <a:t>)</a:t>
            </a:r>
            <a:br>
              <a:rPr lang="en-IN" b="1" dirty="0"/>
            </a:br>
            <a:endParaRPr lang="en-IN" dirty="0"/>
          </a:p>
        </p:txBody>
      </p:sp>
      <p:sp>
        <p:nvSpPr>
          <p:cNvPr id="3" name="Content Placeholder 2">
            <a:extLst>
              <a:ext uri="{FF2B5EF4-FFF2-40B4-BE49-F238E27FC236}">
                <a16:creationId xmlns:a16="http://schemas.microsoft.com/office/drawing/2014/main" id="{F59F50A3-C163-42EF-3031-440F5768EC23}"/>
              </a:ext>
            </a:extLst>
          </p:cNvPr>
          <p:cNvSpPr>
            <a:spLocks noGrp="1"/>
          </p:cNvSpPr>
          <p:nvPr>
            <p:ph idx="1"/>
          </p:nvPr>
        </p:nvSpPr>
        <p:spPr>
          <a:xfrm>
            <a:off x="508000" y="2037121"/>
            <a:ext cx="7714226" cy="3635478"/>
          </a:xfrm>
        </p:spPr>
        <p:txBody>
          <a:bodyPr>
            <a:normAutofit fontScale="62500" lnSpcReduction="20000"/>
          </a:bodyPr>
          <a:lstStyle/>
          <a:p>
            <a:pPr marL="0" indent="0">
              <a:buNone/>
            </a:pPr>
            <a:r>
              <a:rPr lang="en-US" dirty="0">
                <a:solidFill>
                  <a:schemeClr val="tx1"/>
                </a:solidFill>
              </a:rPr>
              <a:t>Organizations use different </a:t>
            </a:r>
            <a:r>
              <a:rPr lang="en-US" b="1" dirty="0">
                <a:solidFill>
                  <a:schemeClr val="tx1"/>
                </a:solidFill>
              </a:rPr>
              <a:t>data sources</a:t>
            </a:r>
            <a:r>
              <a:rPr lang="en-US" dirty="0">
                <a:solidFill>
                  <a:schemeClr val="tx1"/>
                </a:solidFill>
              </a:rPr>
              <a:t> for analysis and decision-making. These include </a:t>
            </a:r>
            <a:r>
              <a:rPr lang="en-US" b="1" dirty="0">
                <a:solidFill>
                  <a:schemeClr val="tx1"/>
                </a:solidFill>
              </a:rPr>
              <a:t>internal data, third-party analytics, external data, and open data</a:t>
            </a:r>
            <a:r>
              <a:rPr lang="en-US" dirty="0">
                <a:solidFill>
                  <a:schemeClr val="tx1"/>
                </a:solidFill>
              </a:rPr>
              <a:t>.</a:t>
            </a:r>
          </a:p>
          <a:p>
            <a:pPr marL="0" indent="0">
              <a:buNone/>
            </a:pPr>
            <a:r>
              <a:rPr lang="en-IN" b="1" dirty="0">
                <a:solidFill>
                  <a:schemeClr val="tx1"/>
                </a:solidFill>
              </a:rPr>
              <a:t>Internal Data: </a:t>
            </a:r>
            <a:r>
              <a:rPr lang="en-US" dirty="0">
                <a:solidFill>
                  <a:schemeClr val="tx1"/>
                </a:solidFill>
              </a:rPr>
              <a:t>Internal data is the data </a:t>
            </a:r>
            <a:r>
              <a:rPr lang="en-US" b="1" dirty="0">
                <a:solidFill>
                  <a:schemeClr val="tx1"/>
                </a:solidFill>
              </a:rPr>
              <a:t>generated and stored within an organization</a:t>
            </a:r>
            <a:r>
              <a:rPr lang="en-US" dirty="0">
                <a:solidFill>
                  <a:schemeClr val="tx1"/>
                </a:solidFill>
              </a:rPr>
              <a:t> during its day-to-day operations.</a:t>
            </a:r>
          </a:p>
          <a:p>
            <a:pPr marL="0" indent="0">
              <a:buNone/>
            </a:pPr>
            <a:r>
              <a:rPr lang="en-US" b="1" dirty="0">
                <a:solidFill>
                  <a:schemeClr val="tx1"/>
                </a:solidFill>
              </a:rPr>
              <a:t>Examples:</a:t>
            </a:r>
            <a:endParaRPr lang="en-US" dirty="0">
              <a:solidFill>
                <a:schemeClr val="tx1"/>
              </a:solidFill>
            </a:endParaRPr>
          </a:p>
          <a:p>
            <a:pPr>
              <a:buClr>
                <a:schemeClr val="tx1"/>
              </a:buClr>
              <a:buFont typeface="Wingdings" panose="05000000000000000000" pitchFamily="2" charset="2"/>
              <a:buChar char="§"/>
            </a:pPr>
            <a:r>
              <a:rPr lang="en-US" dirty="0">
                <a:solidFill>
                  <a:schemeClr val="tx1"/>
                </a:solidFill>
              </a:rPr>
              <a:t>Sales records, invoices, billing data</a:t>
            </a:r>
          </a:p>
          <a:p>
            <a:pPr>
              <a:buClr>
                <a:schemeClr val="tx1"/>
              </a:buClr>
              <a:buFont typeface="Wingdings" panose="05000000000000000000" pitchFamily="2" charset="2"/>
              <a:buChar char="§"/>
            </a:pPr>
            <a:r>
              <a:rPr lang="en-US" dirty="0">
                <a:solidFill>
                  <a:schemeClr val="tx1"/>
                </a:solidFill>
              </a:rPr>
              <a:t>Customer details from CRM</a:t>
            </a:r>
          </a:p>
          <a:p>
            <a:pPr>
              <a:buClr>
                <a:schemeClr val="tx1"/>
              </a:buClr>
              <a:buFont typeface="Wingdings" panose="05000000000000000000" pitchFamily="2" charset="2"/>
              <a:buChar char="§"/>
            </a:pPr>
            <a:r>
              <a:rPr lang="en-US" dirty="0">
                <a:solidFill>
                  <a:schemeClr val="tx1"/>
                </a:solidFill>
              </a:rPr>
              <a:t>Employee records, attendance, payroll</a:t>
            </a:r>
          </a:p>
          <a:p>
            <a:pPr>
              <a:buClr>
                <a:schemeClr val="tx1"/>
              </a:buClr>
              <a:buFont typeface="Wingdings" panose="05000000000000000000" pitchFamily="2" charset="2"/>
              <a:buChar char="§"/>
            </a:pPr>
            <a:r>
              <a:rPr lang="en-US" dirty="0">
                <a:solidFill>
                  <a:schemeClr val="tx1"/>
                </a:solidFill>
              </a:rPr>
              <a:t>Inventory and stock levels</a:t>
            </a:r>
          </a:p>
          <a:p>
            <a:pPr>
              <a:buClr>
                <a:schemeClr val="tx1"/>
              </a:buClr>
              <a:buFont typeface="Wingdings" panose="05000000000000000000" pitchFamily="2" charset="2"/>
              <a:buChar char="§"/>
            </a:pPr>
            <a:r>
              <a:rPr lang="en-US" dirty="0">
                <a:solidFill>
                  <a:schemeClr val="tx1"/>
                </a:solidFill>
              </a:rPr>
              <a:t>Production and logistics data</a:t>
            </a:r>
          </a:p>
          <a:p>
            <a:pPr marL="0" indent="0">
              <a:buNone/>
            </a:pPr>
            <a:r>
              <a:rPr lang="en-US" b="1" dirty="0">
                <a:solidFill>
                  <a:schemeClr val="tx1"/>
                </a:solidFill>
              </a:rPr>
              <a:t>Key Points:</a:t>
            </a:r>
            <a:endParaRPr lang="en-US" dirty="0">
              <a:solidFill>
                <a:schemeClr val="tx1"/>
              </a:solidFill>
            </a:endParaRPr>
          </a:p>
          <a:p>
            <a:pPr>
              <a:buClr>
                <a:schemeClr val="tx1"/>
              </a:buClr>
              <a:buFont typeface="Wingdings" panose="05000000000000000000" pitchFamily="2" charset="2"/>
              <a:buChar char="§"/>
            </a:pPr>
            <a:r>
              <a:rPr lang="en-US" dirty="0">
                <a:solidFill>
                  <a:schemeClr val="tx1"/>
                </a:solidFill>
              </a:rPr>
              <a:t>Usually stored in </a:t>
            </a:r>
            <a:r>
              <a:rPr lang="en-US" b="1" dirty="0">
                <a:solidFill>
                  <a:schemeClr val="tx1"/>
                </a:solidFill>
              </a:rPr>
              <a:t>internal databases</a:t>
            </a:r>
            <a:r>
              <a:rPr lang="en-US" dirty="0">
                <a:solidFill>
                  <a:schemeClr val="tx1"/>
                </a:solidFill>
              </a:rPr>
              <a:t>, ERP, CRM, HR systems.</a:t>
            </a:r>
          </a:p>
          <a:p>
            <a:pPr>
              <a:buClr>
                <a:schemeClr val="tx1"/>
              </a:buClr>
              <a:buFont typeface="Wingdings" panose="05000000000000000000" pitchFamily="2" charset="2"/>
              <a:buChar char="§"/>
            </a:pPr>
            <a:r>
              <a:rPr lang="en-US" dirty="0">
                <a:solidFill>
                  <a:schemeClr val="tx1"/>
                </a:solidFill>
              </a:rPr>
              <a:t>Considered </a:t>
            </a:r>
            <a:r>
              <a:rPr lang="en-US" b="1" dirty="0">
                <a:solidFill>
                  <a:schemeClr val="tx1"/>
                </a:solidFill>
              </a:rPr>
              <a:t>reliable and confidential</a:t>
            </a:r>
            <a:r>
              <a:rPr lang="en-US" dirty="0">
                <a:solidFill>
                  <a:schemeClr val="tx1"/>
                </a:solidFill>
              </a:rPr>
              <a:t>.</a:t>
            </a:r>
          </a:p>
          <a:p>
            <a:pPr>
              <a:buClr>
                <a:schemeClr val="tx1"/>
              </a:buClr>
              <a:buFont typeface="Wingdings" panose="05000000000000000000" pitchFamily="2" charset="2"/>
              <a:buChar char="§"/>
            </a:pPr>
            <a:r>
              <a:rPr lang="en-US" dirty="0">
                <a:solidFill>
                  <a:schemeClr val="tx1"/>
                </a:solidFill>
              </a:rPr>
              <a:t>Main source for </a:t>
            </a:r>
            <a:r>
              <a:rPr lang="en-US" b="1" dirty="0">
                <a:solidFill>
                  <a:schemeClr val="tx1"/>
                </a:solidFill>
              </a:rPr>
              <a:t>management reports, KPIs, and performance analysis</a:t>
            </a:r>
            <a:r>
              <a:rPr lang="en-US" dirty="0">
                <a:solidFill>
                  <a:schemeClr val="tx1"/>
                </a:solidFill>
              </a:rPr>
              <a:t>.</a:t>
            </a:r>
          </a:p>
          <a:p>
            <a:pPr marL="0" indent="0">
              <a:buNone/>
            </a:pPr>
            <a:endParaRPr lang="en-IN" dirty="0"/>
          </a:p>
        </p:txBody>
      </p:sp>
    </p:spTree>
    <p:extLst>
      <p:ext uri="{BB962C8B-B14F-4D97-AF65-F5344CB8AC3E}">
        <p14:creationId xmlns:p14="http://schemas.microsoft.com/office/powerpoint/2010/main" val="8778736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3356D-C1E6-7658-6A75-F42E63823C80}"/>
              </a:ext>
            </a:extLst>
          </p:cNvPr>
          <p:cNvSpPr>
            <a:spLocks noGrp="1"/>
          </p:cNvSpPr>
          <p:nvPr>
            <p:ph type="title"/>
          </p:nvPr>
        </p:nvSpPr>
        <p:spPr>
          <a:xfrm>
            <a:off x="508001" y="1314450"/>
            <a:ext cx="6447501" cy="508820"/>
          </a:xfrm>
        </p:spPr>
        <p:txBody>
          <a:bodyPr>
            <a:normAutofit fontScale="90000"/>
          </a:bodyPr>
          <a:lstStyle/>
          <a:p>
            <a:r>
              <a:rPr lang="en-IN" b="1" dirty="0">
                <a:solidFill>
                  <a:schemeClr val="tx1"/>
                </a:solidFill>
              </a:rPr>
              <a:t>Data Collection</a:t>
            </a:r>
          </a:p>
        </p:txBody>
      </p:sp>
      <p:sp>
        <p:nvSpPr>
          <p:cNvPr id="3" name="Content Placeholder 2">
            <a:extLst>
              <a:ext uri="{FF2B5EF4-FFF2-40B4-BE49-F238E27FC236}">
                <a16:creationId xmlns:a16="http://schemas.microsoft.com/office/drawing/2014/main" id="{9EE5BD9D-2CC7-8DC0-6C3D-D003E8CECDB5}"/>
              </a:ext>
            </a:extLst>
          </p:cNvPr>
          <p:cNvSpPr>
            <a:spLocks noGrp="1"/>
          </p:cNvSpPr>
          <p:nvPr>
            <p:ph idx="1"/>
          </p:nvPr>
        </p:nvSpPr>
        <p:spPr>
          <a:xfrm>
            <a:off x="508000" y="1823270"/>
            <a:ext cx="7751096" cy="3937819"/>
          </a:xfrm>
        </p:spPr>
        <p:txBody>
          <a:bodyPr>
            <a:normAutofit fontScale="85000" lnSpcReduction="20000"/>
          </a:bodyPr>
          <a:lstStyle/>
          <a:p>
            <a:pPr marL="0" indent="0">
              <a:buNone/>
            </a:pPr>
            <a:r>
              <a:rPr lang="en-US" b="1" dirty="0">
                <a:solidFill>
                  <a:schemeClr val="tx1"/>
                </a:solidFill>
              </a:rPr>
              <a:t>Data collection</a:t>
            </a:r>
            <a:r>
              <a:rPr lang="en-US" dirty="0">
                <a:solidFill>
                  <a:schemeClr val="tx1"/>
                </a:solidFill>
              </a:rPr>
              <a:t> is the process of </a:t>
            </a:r>
            <a:r>
              <a:rPr lang="en-US" b="1" dirty="0">
                <a:solidFill>
                  <a:schemeClr val="tx1"/>
                </a:solidFill>
              </a:rPr>
              <a:t>gathering information</a:t>
            </a:r>
            <a:r>
              <a:rPr lang="en-US" dirty="0">
                <a:solidFill>
                  <a:schemeClr val="tx1"/>
                </a:solidFill>
              </a:rPr>
              <a:t> from various sources to </a:t>
            </a:r>
            <a:r>
              <a:rPr lang="en-US" b="1" dirty="0">
                <a:solidFill>
                  <a:schemeClr val="tx1"/>
                </a:solidFill>
              </a:rPr>
              <a:t>answer questions, test hypotheses, or make decisions</a:t>
            </a:r>
            <a:r>
              <a:rPr lang="en-US" dirty="0">
                <a:solidFill>
                  <a:schemeClr val="tx1"/>
                </a:solidFill>
              </a:rPr>
              <a:t>. It is used in </a:t>
            </a:r>
            <a:r>
              <a:rPr lang="en-US" b="1" dirty="0">
                <a:solidFill>
                  <a:schemeClr val="tx1"/>
                </a:solidFill>
              </a:rPr>
              <a:t>research, business, education, government, and data analytics</a:t>
            </a:r>
            <a:r>
              <a:rPr lang="en-US" dirty="0">
                <a:solidFill>
                  <a:schemeClr val="tx1"/>
                </a:solidFill>
              </a:rPr>
              <a:t>.</a:t>
            </a:r>
          </a:p>
          <a:p>
            <a:pPr marL="0" indent="0">
              <a:buNone/>
            </a:pPr>
            <a:r>
              <a:rPr lang="en-US" b="1" dirty="0">
                <a:solidFill>
                  <a:schemeClr val="tx1"/>
                </a:solidFill>
              </a:rPr>
              <a:t>Types of Data (Based on Nature)</a:t>
            </a:r>
            <a:endParaRPr lang="en-US" dirty="0">
              <a:solidFill>
                <a:schemeClr val="tx1"/>
              </a:solidFill>
            </a:endParaRPr>
          </a:p>
          <a:p>
            <a:pPr marL="0" indent="0">
              <a:buNone/>
            </a:pPr>
            <a:r>
              <a:rPr lang="en-US" b="1" dirty="0">
                <a:solidFill>
                  <a:schemeClr val="tx1"/>
                </a:solidFill>
              </a:rPr>
              <a:t> a) Qualitative Data (Non-numerical)</a:t>
            </a:r>
          </a:p>
          <a:p>
            <a:pPr>
              <a:buClr>
                <a:schemeClr val="tx1"/>
              </a:buClr>
              <a:buFont typeface="Wingdings" panose="05000000000000000000" pitchFamily="2" charset="2"/>
              <a:buChar char="§"/>
            </a:pPr>
            <a:r>
              <a:rPr lang="en-US" dirty="0">
                <a:solidFill>
                  <a:schemeClr val="tx1"/>
                </a:solidFill>
              </a:rPr>
              <a:t>Descriptive, textual information</a:t>
            </a:r>
          </a:p>
          <a:p>
            <a:pPr>
              <a:buClr>
                <a:schemeClr val="tx1"/>
              </a:buClr>
              <a:buFont typeface="Wingdings" panose="05000000000000000000" pitchFamily="2" charset="2"/>
              <a:buChar char="§"/>
            </a:pPr>
            <a:r>
              <a:rPr lang="en-US" dirty="0">
                <a:solidFill>
                  <a:schemeClr val="tx1"/>
                </a:solidFill>
              </a:rPr>
              <a:t>Answers “</a:t>
            </a:r>
            <a:r>
              <a:rPr lang="en-US" b="1" dirty="0">
                <a:solidFill>
                  <a:schemeClr val="tx1"/>
                </a:solidFill>
              </a:rPr>
              <a:t>why</a:t>
            </a:r>
            <a:r>
              <a:rPr lang="en-US" dirty="0">
                <a:solidFill>
                  <a:schemeClr val="tx1"/>
                </a:solidFill>
              </a:rPr>
              <a:t>” and “</a:t>
            </a:r>
            <a:r>
              <a:rPr lang="en-US" b="1" dirty="0">
                <a:solidFill>
                  <a:schemeClr val="tx1"/>
                </a:solidFill>
              </a:rPr>
              <a:t>how</a:t>
            </a:r>
            <a:r>
              <a:rPr lang="en-US" dirty="0">
                <a:solidFill>
                  <a:schemeClr val="tx1"/>
                </a:solidFill>
              </a:rPr>
              <a:t>”</a:t>
            </a:r>
          </a:p>
          <a:p>
            <a:pPr marL="0" indent="0">
              <a:buNone/>
            </a:pPr>
            <a:r>
              <a:rPr lang="en-US" dirty="0">
                <a:solidFill>
                  <a:schemeClr val="tx1"/>
                </a:solidFill>
              </a:rPr>
              <a:t>Examples: opinions, feedback, comments, interview responses</a:t>
            </a:r>
          </a:p>
          <a:p>
            <a:pPr marL="0" indent="0">
              <a:buNone/>
            </a:pPr>
            <a:r>
              <a:rPr lang="en-US" b="1" dirty="0">
                <a:solidFill>
                  <a:schemeClr val="tx1"/>
                </a:solidFill>
              </a:rPr>
              <a:t> b) Quantitative Data (Numerical)</a:t>
            </a:r>
          </a:p>
          <a:p>
            <a:pPr>
              <a:buClr>
                <a:schemeClr val="tx1"/>
              </a:buClr>
              <a:buFont typeface="Wingdings" panose="05000000000000000000" pitchFamily="2" charset="2"/>
              <a:buChar char="§"/>
            </a:pPr>
            <a:r>
              <a:rPr lang="en-US" dirty="0">
                <a:solidFill>
                  <a:schemeClr val="tx1"/>
                </a:solidFill>
              </a:rPr>
              <a:t>Data in numbers</a:t>
            </a:r>
          </a:p>
          <a:p>
            <a:pPr>
              <a:buClr>
                <a:schemeClr val="tx1"/>
              </a:buClr>
              <a:buFont typeface="Wingdings" panose="05000000000000000000" pitchFamily="2" charset="2"/>
              <a:buChar char="§"/>
            </a:pPr>
            <a:r>
              <a:rPr lang="en-US" dirty="0">
                <a:solidFill>
                  <a:schemeClr val="tx1"/>
                </a:solidFill>
              </a:rPr>
              <a:t>Answers “how much”, “how many”</a:t>
            </a:r>
          </a:p>
          <a:p>
            <a:pPr marL="0" indent="0">
              <a:buNone/>
            </a:pPr>
            <a:r>
              <a:rPr lang="en-US" dirty="0">
                <a:solidFill>
                  <a:schemeClr val="tx1"/>
                </a:solidFill>
              </a:rPr>
              <a:t>Examples: marks, sales figures, age, income, rating (1–5)</a:t>
            </a:r>
          </a:p>
          <a:p>
            <a:pPr marL="0" indent="0">
              <a:buNone/>
            </a:pPr>
            <a:r>
              <a:rPr lang="en-US" dirty="0">
                <a:solidFill>
                  <a:schemeClr val="tx1"/>
                </a:solidFill>
              </a:rPr>
              <a:t>Data collection methods are often chosen based on whether you need </a:t>
            </a:r>
            <a:r>
              <a:rPr lang="en-US" b="1" dirty="0">
                <a:solidFill>
                  <a:schemeClr val="tx1"/>
                </a:solidFill>
              </a:rPr>
              <a:t>qualitative</a:t>
            </a:r>
            <a:r>
              <a:rPr lang="en-US" dirty="0">
                <a:solidFill>
                  <a:schemeClr val="tx1"/>
                </a:solidFill>
              </a:rPr>
              <a:t> or </a:t>
            </a:r>
            <a:r>
              <a:rPr lang="en-US" b="1" dirty="0">
                <a:solidFill>
                  <a:schemeClr val="tx1"/>
                </a:solidFill>
              </a:rPr>
              <a:t>quantitative</a:t>
            </a:r>
            <a:r>
              <a:rPr lang="en-US" dirty="0">
                <a:solidFill>
                  <a:schemeClr val="tx1"/>
                </a:solidFill>
              </a:rPr>
              <a:t> data.</a:t>
            </a:r>
          </a:p>
          <a:p>
            <a:pPr marL="0" indent="0">
              <a:buNone/>
            </a:pPr>
            <a:endParaRPr lang="en-IN" dirty="0"/>
          </a:p>
        </p:txBody>
      </p:sp>
    </p:spTree>
    <p:extLst>
      <p:ext uri="{BB962C8B-B14F-4D97-AF65-F5344CB8AC3E}">
        <p14:creationId xmlns:p14="http://schemas.microsoft.com/office/powerpoint/2010/main" val="10229205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74510-A60D-4448-9910-AB11640F25D8}"/>
              </a:ext>
            </a:extLst>
          </p:cNvPr>
          <p:cNvSpPr>
            <a:spLocks noGrp="1"/>
          </p:cNvSpPr>
          <p:nvPr>
            <p:ph type="title"/>
          </p:nvPr>
        </p:nvSpPr>
        <p:spPr>
          <a:xfrm>
            <a:off x="508000" y="1314450"/>
            <a:ext cx="7146413" cy="582561"/>
          </a:xfrm>
        </p:spPr>
        <p:txBody>
          <a:bodyPr>
            <a:normAutofit fontScale="90000"/>
          </a:bodyPr>
          <a:lstStyle/>
          <a:p>
            <a:r>
              <a:rPr lang="en-US" b="1" dirty="0">
                <a:solidFill>
                  <a:schemeClr val="tx1"/>
                </a:solidFill>
              </a:rPr>
              <a:t>Types of Data Collection (Based on Source)</a:t>
            </a:r>
            <a:endParaRPr lang="en-IN" b="1" dirty="0">
              <a:solidFill>
                <a:schemeClr val="tx1"/>
              </a:solidFill>
            </a:endParaRPr>
          </a:p>
        </p:txBody>
      </p:sp>
      <p:sp>
        <p:nvSpPr>
          <p:cNvPr id="3" name="Content Placeholder 2">
            <a:extLst>
              <a:ext uri="{FF2B5EF4-FFF2-40B4-BE49-F238E27FC236}">
                <a16:creationId xmlns:a16="http://schemas.microsoft.com/office/drawing/2014/main" id="{988A5603-64F6-9497-AEBC-94881DE8C9AE}"/>
              </a:ext>
            </a:extLst>
          </p:cNvPr>
          <p:cNvSpPr>
            <a:spLocks noGrp="1"/>
          </p:cNvSpPr>
          <p:nvPr>
            <p:ph idx="1"/>
          </p:nvPr>
        </p:nvSpPr>
        <p:spPr>
          <a:xfrm>
            <a:off x="508000" y="1897012"/>
            <a:ext cx="7721600" cy="3768212"/>
          </a:xfrm>
        </p:spPr>
        <p:txBody>
          <a:bodyPr>
            <a:normAutofit fontScale="92500" lnSpcReduction="20000"/>
          </a:bodyPr>
          <a:lstStyle/>
          <a:p>
            <a:pPr marL="0" indent="0">
              <a:buNone/>
            </a:pPr>
            <a:r>
              <a:rPr lang="en-US" b="1" dirty="0">
                <a:solidFill>
                  <a:schemeClr val="tx1"/>
                </a:solidFill>
              </a:rPr>
              <a:t>a) Primary Data Collection</a:t>
            </a:r>
          </a:p>
          <a:p>
            <a:pPr marL="0" indent="0">
              <a:buNone/>
            </a:pPr>
            <a:r>
              <a:rPr lang="en-US" dirty="0">
                <a:solidFill>
                  <a:schemeClr val="tx1"/>
                </a:solidFill>
              </a:rPr>
              <a:t>Data collected </a:t>
            </a:r>
            <a:r>
              <a:rPr lang="en-US" b="1" dirty="0">
                <a:solidFill>
                  <a:schemeClr val="tx1"/>
                </a:solidFill>
              </a:rPr>
              <a:t>first-hand</a:t>
            </a:r>
            <a:r>
              <a:rPr lang="en-US" dirty="0">
                <a:solidFill>
                  <a:schemeClr val="tx1"/>
                </a:solidFill>
              </a:rPr>
              <a:t> by the researcher for a specific purpose.</a:t>
            </a:r>
          </a:p>
          <a:p>
            <a:pPr marL="0" indent="0">
              <a:buNone/>
            </a:pPr>
            <a:r>
              <a:rPr lang="en-US" dirty="0">
                <a:solidFill>
                  <a:schemeClr val="tx1"/>
                </a:solidFill>
              </a:rPr>
              <a:t>Methods: </a:t>
            </a:r>
            <a:r>
              <a:rPr lang="en-US" b="1" dirty="0">
                <a:solidFill>
                  <a:schemeClr val="tx1"/>
                </a:solidFill>
              </a:rPr>
              <a:t>surveys, interviews, experiments, observations, focus groups</a:t>
            </a:r>
            <a:r>
              <a:rPr lang="en-US" dirty="0">
                <a:solidFill>
                  <a:schemeClr val="tx1"/>
                </a:solidFill>
              </a:rPr>
              <a:t>.</a:t>
            </a:r>
          </a:p>
          <a:p>
            <a:pPr marL="0" indent="0">
              <a:buNone/>
            </a:pPr>
            <a:r>
              <a:rPr lang="en-US" dirty="0">
                <a:solidFill>
                  <a:schemeClr val="tx1"/>
                </a:solidFill>
              </a:rPr>
              <a:t>Advantage: </a:t>
            </a:r>
            <a:r>
              <a:rPr lang="en-US" b="1" dirty="0">
                <a:solidFill>
                  <a:schemeClr val="tx1"/>
                </a:solidFill>
              </a:rPr>
              <a:t>Original and specific</a:t>
            </a:r>
            <a:br>
              <a:rPr lang="en-US" dirty="0">
                <a:solidFill>
                  <a:schemeClr val="tx1"/>
                </a:solidFill>
              </a:rPr>
            </a:br>
            <a:r>
              <a:rPr lang="en-US" dirty="0">
                <a:solidFill>
                  <a:schemeClr val="tx1"/>
                </a:solidFill>
              </a:rPr>
              <a:t>Disadvantage: Takes </a:t>
            </a:r>
            <a:r>
              <a:rPr lang="en-US" b="1" dirty="0">
                <a:solidFill>
                  <a:schemeClr val="tx1"/>
                </a:solidFill>
              </a:rPr>
              <a:t>more time and cost</a:t>
            </a:r>
            <a:r>
              <a:rPr lang="en-US" dirty="0">
                <a:solidFill>
                  <a:schemeClr val="tx1"/>
                </a:solidFill>
              </a:rPr>
              <a:t>.</a:t>
            </a:r>
          </a:p>
          <a:p>
            <a:pPr marL="0" indent="0">
              <a:buNone/>
            </a:pPr>
            <a:br>
              <a:rPr lang="en-US" dirty="0">
                <a:solidFill>
                  <a:schemeClr val="tx1"/>
                </a:solidFill>
              </a:rPr>
            </a:br>
            <a:endParaRPr lang="en-US" dirty="0">
              <a:solidFill>
                <a:schemeClr val="tx1"/>
              </a:solidFill>
            </a:endParaRPr>
          </a:p>
          <a:p>
            <a:pPr marL="0" indent="0">
              <a:buNone/>
            </a:pPr>
            <a:r>
              <a:rPr lang="en-US" b="1" dirty="0">
                <a:solidFill>
                  <a:schemeClr val="tx1"/>
                </a:solidFill>
              </a:rPr>
              <a:t>b) Secondary Data Collection</a:t>
            </a:r>
          </a:p>
          <a:p>
            <a:pPr marL="0" indent="0">
              <a:buNone/>
            </a:pPr>
            <a:r>
              <a:rPr lang="en-US" dirty="0">
                <a:solidFill>
                  <a:schemeClr val="tx1"/>
                </a:solidFill>
              </a:rPr>
              <a:t>Data collected </a:t>
            </a:r>
            <a:r>
              <a:rPr lang="en-US" b="1" dirty="0">
                <a:solidFill>
                  <a:schemeClr val="tx1"/>
                </a:solidFill>
              </a:rPr>
              <a:t>from existing sources</a:t>
            </a:r>
            <a:r>
              <a:rPr lang="en-US" dirty="0">
                <a:solidFill>
                  <a:schemeClr val="tx1"/>
                </a:solidFill>
              </a:rPr>
              <a:t> that were gathered by others.</a:t>
            </a:r>
          </a:p>
          <a:p>
            <a:pPr marL="0" indent="0">
              <a:buNone/>
            </a:pPr>
            <a:r>
              <a:rPr lang="en-US" dirty="0">
                <a:solidFill>
                  <a:schemeClr val="tx1"/>
                </a:solidFill>
              </a:rPr>
              <a:t>Sources: books, websites, reports, research papers, government data.</a:t>
            </a:r>
          </a:p>
          <a:p>
            <a:pPr marL="0" indent="0">
              <a:buNone/>
            </a:pPr>
            <a:r>
              <a:rPr lang="en-US" dirty="0">
                <a:solidFill>
                  <a:schemeClr val="tx1"/>
                </a:solidFill>
              </a:rPr>
              <a:t>Advantage: </a:t>
            </a:r>
            <a:r>
              <a:rPr lang="en-US" b="1" dirty="0">
                <a:solidFill>
                  <a:schemeClr val="tx1"/>
                </a:solidFill>
              </a:rPr>
              <a:t>Quick and cheap</a:t>
            </a:r>
            <a:br>
              <a:rPr lang="en-US" dirty="0">
                <a:solidFill>
                  <a:schemeClr val="tx1"/>
                </a:solidFill>
              </a:rPr>
            </a:br>
            <a:r>
              <a:rPr lang="en-US" dirty="0">
                <a:solidFill>
                  <a:schemeClr val="tx1"/>
                </a:solidFill>
              </a:rPr>
              <a:t>Disadvantage: May be </a:t>
            </a:r>
            <a:r>
              <a:rPr lang="en-US" b="1" dirty="0">
                <a:solidFill>
                  <a:schemeClr val="tx1"/>
                </a:solidFill>
              </a:rPr>
              <a:t>less relevant or outdated</a:t>
            </a:r>
            <a:r>
              <a:rPr lang="en-US" dirty="0">
                <a:solidFill>
                  <a:schemeClr val="tx1"/>
                </a:solidFill>
              </a:rPr>
              <a:t>.</a:t>
            </a:r>
          </a:p>
          <a:p>
            <a:endParaRPr lang="en-IN" dirty="0"/>
          </a:p>
        </p:txBody>
      </p:sp>
    </p:spTree>
    <p:extLst>
      <p:ext uri="{BB962C8B-B14F-4D97-AF65-F5344CB8AC3E}">
        <p14:creationId xmlns:p14="http://schemas.microsoft.com/office/powerpoint/2010/main" val="32911041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2B33F-6687-E083-F894-95D6FEF187F5}"/>
              </a:ext>
            </a:extLst>
          </p:cNvPr>
          <p:cNvSpPr>
            <a:spLocks noGrp="1"/>
          </p:cNvSpPr>
          <p:nvPr>
            <p:ph type="title"/>
          </p:nvPr>
        </p:nvSpPr>
        <p:spPr>
          <a:xfrm>
            <a:off x="508001" y="1314450"/>
            <a:ext cx="7323393" cy="990600"/>
          </a:xfrm>
        </p:spPr>
        <p:txBody>
          <a:bodyPr>
            <a:normAutofit fontScale="90000"/>
          </a:bodyPr>
          <a:lstStyle/>
          <a:p>
            <a:r>
              <a:rPr lang="en-US" b="1" dirty="0">
                <a:solidFill>
                  <a:schemeClr val="tx1"/>
                </a:solidFill>
              </a:rPr>
              <a:t>Introduction to data lifecycle management (DLM)</a:t>
            </a:r>
            <a:br>
              <a:rPr lang="en-US" b="1" dirty="0"/>
            </a:br>
            <a:endParaRPr lang="en-IN" dirty="0"/>
          </a:p>
        </p:txBody>
      </p:sp>
      <p:sp>
        <p:nvSpPr>
          <p:cNvPr id="3" name="Content Placeholder 2">
            <a:extLst>
              <a:ext uri="{FF2B5EF4-FFF2-40B4-BE49-F238E27FC236}">
                <a16:creationId xmlns:a16="http://schemas.microsoft.com/office/drawing/2014/main" id="{CF3DDF58-E139-EE5E-FF5A-8D92CA45852D}"/>
              </a:ext>
            </a:extLst>
          </p:cNvPr>
          <p:cNvSpPr>
            <a:spLocks noGrp="1"/>
          </p:cNvSpPr>
          <p:nvPr>
            <p:ph idx="1"/>
          </p:nvPr>
        </p:nvSpPr>
        <p:spPr>
          <a:xfrm>
            <a:off x="566994" y="1870156"/>
            <a:ext cx="7979696" cy="3673394"/>
          </a:xfrm>
        </p:spPr>
        <p:txBody>
          <a:bodyPr/>
          <a:lstStyle/>
          <a:p>
            <a:r>
              <a:rPr lang="en-US" b="1" dirty="0"/>
              <a:t>Data Life Cycle Management (DLM)</a:t>
            </a:r>
            <a:r>
              <a:rPr lang="en-US" dirty="0"/>
              <a:t> is all about how data is handled from the moment it is created until it is no longer needed and is deleted or archived.</a:t>
            </a:r>
          </a:p>
          <a:p>
            <a:r>
              <a:rPr lang="en-US" dirty="0"/>
              <a:t>Main Stages of the Data Life Cycle:</a:t>
            </a:r>
          </a:p>
          <a:p>
            <a:endParaRPr lang="en-US" dirty="0"/>
          </a:p>
          <a:p>
            <a:endParaRPr lang="en-IN" dirty="0"/>
          </a:p>
        </p:txBody>
      </p:sp>
      <p:pic>
        <p:nvPicPr>
          <p:cNvPr id="1026" name="Picture 2">
            <a:extLst>
              <a:ext uri="{FF2B5EF4-FFF2-40B4-BE49-F238E27FC236}">
                <a16:creationId xmlns:a16="http://schemas.microsoft.com/office/drawing/2014/main" id="{63BD8EAF-07E6-64F3-1652-FE3550B7C5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9678" y="2457450"/>
            <a:ext cx="4972051" cy="2764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7509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469C4-A7B5-0F23-15EF-93A38F8732B1}"/>
              </a:ext>
            </a:extLst>
          </p:cNvPr>
          <p:cNvSpPr>
            <a:spLocks noGrp="1"/>
          </p:cNvSpPr>
          <p:nvPr>
            <p:ph type="title"/>
          </p:nvPr>
        </p:nvSpPr>
        <p:spPr>
          <a:xfrm>
            <a:off x="508001" y="1314450"/>
            <a:ext cx="6447501" cy="494071"/>
          </a:xfrm>
        </p:spPr>
        <p:txBody>
          <a:bodyPr>
            <a:normAutofit fontScale="90000"/>
          </a:bodyPr>
          <a:lstStyle/>
          <a:p>
            <a:r>
              <a:rPr lang="en-US" b="1" dirty="0">
                <a:solidFill>
                  <a:schemeClr val="tx1"/>
                </a:solidFill>
              </a:rPr>
              <a:t>What Do Business Analysts Do?</a:t>
            </a:r>
            <a:br>
              <a:rPr lang="en-US" b="1" dirty="0">
                <a:solidFill>
                  <a:schemeClr val="tx1"/>
                </a:solidFill>
              </a:rPr>
            </a:br>
            <a:endParaRPr lang="en-IN" dirty="0">
              <a:solidFill>
                <a:schemeClr val="tx1"/>
              </a:solidFill>
            </a:endParaRPr>
          </a:p>
        </p:txBody>
      </p:sp>
      <p:sp>
        <p:nvSpPr>
          <p:cNvPr id="3" name="Content Placeholder 2">
            <a:extLst>
              <a:ext uri="{FF2B5EF4-FFF2-40B4-BE49-F238E27FC236}">
                <a16:creationId xmlns:a16="http://schemas.microsoft.com/office/drawing/2014/main" id="{F6164F5C-AE75-6E78-B3AB-709079904317}"/>
              </a:ext>
            </a:extLst>
          </p:cNvPr>
          <p:cNvSpPr>
            <a:spLocks noGrp="1"/>
          </p:cNvSpPr>
          <p:nvPr>
            <p:ph idx="1"/>
          </p:nvPr>
        </p:nvSpPr>
        <p:spPr>
          <a:xfrm>
            <a:off x="508000" y="2022373"/>
            <a:ext cx="7824839" cy="3365899"/>
          </a:xfrm>
        </p:spPr>
        <p:txBody>
          <a:bodyPr>
            <a:normAutofit/>
          </a:bodyPr>
          <a:lstStyle/>
          <a:p>
            <a:pPr marL="0" indent="0">
              <a:buNone/>
            </a:pPr>
            <a:r>
              <a:rPr lang="en-US" sz="1800" dirty="0"/>
              <a:t>Business analysts assess an organization's current processes, systems, and products to identify areas for improvement, increase efficiency, and boost revenue. They act as a bridge between business needs and solutions by gathering requirements, analyzing data, and communicating insights to stakeholders to help guide strategic decisions and implement changes. </a:t>
            </a:r>
            <a:endParaRPr lang="en-IN" sz="1800" dirty="0"/>
          </a:p>
        </p:txBody>
      </p:sp>
    </p:spTree>
    <p:extLst>
      <p:ext uri="{BB962C8B-B14F-4D97-AF65-F5344CB8AC3E}">
        <p14:creationId xmlns:p14="http://schemas.microsoft.com/office/powerpoint/2010/main" val="8778641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40D23-0B5D-6841-F02D-CE63E9398F22}"/>
              </a:ext>
            </a:extLst>
          </p:cNvPr>
          <p:cNvSpPr>
            <a:spLocks noGrp="1"/>
          </p:cNvSpPr>
          <p:nvPr>
            <p:ph type="title"/>
          </p:nvPr>
        </p:nvSpPr>
        <p:spPr>
          <a:xfrm>
            <a:off x="508001" y="1314450"/>
            <a:ext cx="6447501" cy="494071"/>
          </a:xfrm>
        </p:spPr>
        <p:txBody>
          <a:bodyPr>
            <a:normAutofit fontScale="90000"/>
          </a:bodyPr>
          <a:lstStyle/>
          <a:p>
            <a:r>
              <a:rPr lang="en-IN" b="1" dirty="0">
                <a:solidFill>
                  <a:schemeClr val="tx1"/>
                </a:solidFill>
              </a:rPr>
              <a:t>Key responsibilities:</a:t>
            </a:r>
            <a:endParaRPr lang="en-IN" dirty="0">
              <a:solidFill>
                <a:schemeClr val="tx1"/>
              </a:solidFill>
            </a:endParaRPr>
          </a:p>
        </p:txBody>
      </p:sp>
      <p:sp>
        <p:nvSpPr>
          <p:cNvPr id="3" name="Content Placeholder 2">
            <a:extLst>
              <a:ext uri="{FF2B5EF4-FFF2-40B4-BE49-F238E27FC236}">
                <a16:creationId xmlns:a16="http://schemas.microsoft.com/office/drawing/2014/main" id="{F2076E3C-D573-1683-34BC-9FD8156359A6}"/>
              </a:ext>
            </a:extLst>
          </p:cNvPr>
          <p:cNvSpPr>
            <a:spLocks noGrp="1"/>
          </p:cNvSpPr>
          <p:nvPr>
            <p:ph idx="1"/>
          </p:nvPr>
        </p:nvSpPr>
        <p:spPr>
          <a:xfrm>
            <a:off x="508001" y="1983621"/>
            <a:ext cx="8001819" cy="3559929"/>
          </a:xfrm>
        </p:spPr>
        <p:txBody>
          <a:bodyPr>
            <a:normAutofit fontScale="92500" lnSpcReduction="20000"/>
          </a:bodyPr>
          <a:lstStyle/>
          <a:p>
            <a:pPr>
              <a:buClr>
                <a:schemeClr val="tx1"/>
              </a:buClr>
              <a:buFont typeface="Wingdings" panose="05000000000000000000" pitchFamily="2" charset="2"/>
              <a:buChar char="§"/>
            </a:pPr>
            <a:r>
              <a:rPr lang="en-US" sz="1800" b="1" dirty="0"/>
              <a:t>Analyzing business needs:</a:t>
            </a:r>
            <a:r>
              <a:rPr lang="en-US" sz="1800" dirty="0"/>
              <a:t> They research and identify the organization's functional and technical needs and requirements to solve problems or capitalize on opportunities.</a:t>
            </a:r>
          </a:p>
          <a:p>
            <a:pPr>
              <a:buClr>
                <a:schemeClr val="tx1"/>
              </a:buClr>
              <a:buFont typeface="Wingdings" panose="05000000000000000000" pitchFamily="2" charset="2"/>
              <a:buChar char="§"/>
            </a:pPr>
            <a:r>
              <a:rPr lang="en-US" sz="1800" b="1" dirty="0"/>
              <a:t>Data analysis:</a:t>
            </a:r>
            <a:r>
              <a:rPr lang="en-US" sz="1800" dirty="0"/>
              <a:t> They analyze large datasets using tools like SQL and Excel to find trends, create reports, and build financial models to support decision-making.</a:t>
            </a:r>
          </a:p>
          <a:p>
            <a:pPr>
              <a:buClr>
                <a:schemeClr val="tx1"/>
              </a:buClr>
              <a:buFont typeface="Wingdings" panose="05000000000000000000" pitchFamily="2" charset="2"/>
              <a:buChar char="§"/>
            </a:pPr>
            <a:r>
              <a:rPr lang="en-US" sz="1800" b="1" dirty="0"/>
              <a:t>Process improvement:</a:t>
            </a:r>
            <a:r>
              <a:rPr lang="en-US" sz="1800" dirty="0"/>
              <a:t> They evaluate existing processes, identify inefficiencies, and propose solutions, which can include recommending new technology, policies, or system changes.</a:t>
            </a:r>
          </a:p>
          <a:p>
            <a:pPr>
              <a:buClr>
                <a:schemeClr val="tx1"/>
              </a:buClr>
              <a:buFont typeface="Wingdings" panose="05000000000000000000" pitchFamily="2" charset="2"/>
              <a:buChar char="§"/>
            </a:pPr>
            <a:r>
              <a:rPr lang="en-IN" sz="1800" b="1" dirty="0"/>
              <a:t>Requirements gathering:</a:t>
            </a:r>
            <a:r>
              <a:rPr lang="en-IN" sz="1800" dirty="0"/>
              <a:t> They collect detailed requirements from stakeholders and use them to define the scope of projects.</a:t>
            </a:r>
          </a:p>
          <a:p>
            <a:pPr marL="0" indent="0">
              <a:buNone/>
            </a:pPr>
            <a:br>
              <a:rPr lang="en-US" dirty="0"/>
            </a:br>
            <a:endParaRPr lang="en-IN" dirty="0"/>
          </a:p>
        </p:txBody>
      </p:sp>
    </p:spTree>
    <p:extLst>
      <p:ext uri="{BB962C8B-B14F-4D97-AF65-F5344CB8AC3E}">
        <p14:creationId xmlns:p14="http://schemas.microsoft.com/office/powerpoint/2010/main" val="41745161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97A250-B59E-6FA4-D32A-A6E19E8B4D16}"/>
              </a:ext>
            </a:extLst>
          </p:cNvPr>
          <p:cNvSpPr>
            <a:spLocks noGrp="1"/>
          </p:cNvSpPr>
          <p:nvPr>
            <p:ph idx="1"/>
          </p:nvPr>
        </p:nvSpPr>
        <p:spPr>
          <a:xfrm>
            <a:off x="891459" y="1843512"/>
            <a:ext cx="7375012" cy="2910580"/>
          </a:xfrm>
        </p:spPr>
        <p:txBody>
          <a:bodyPr>
            <a:normAutofit lnSpcReduction="10000"/>
          </a:bodyPr>
          <a:lstStyle/>
          <a:p>
            <a:pPr>
              <a:buClr>
                <a:schemeClr val="tx1"/>
              </a:buClr>
              <a:buFont typeface="Wingdings" panose="05000000000000000000" pitchFamily="2" charset="2"/>
              <a:buChar char="§"/>
            </a:pPr>
            <a:r>
              <a:rPr lang="en-IN" sz="1800" b="1" dirty="0"/>
              <a:t>Communication and documentation:</a:t>
            </a:r>
            <a:r>
              <a:rPr lang="en-IN" sz="1800" dirty="0"/>
              <a:t> They create reports and presentations to communicate their findings to senior management and other stakeholders. They also act as a liaison, translating between technical teams and business departments.</a:t>
            </a:r>
          </a:p>
          <a:p>
            <a:pPr>
              <a:buClr>
                <a:schemeClr val="tx1"/>
              </a:buClr>
              <a:buFont typeface="Wingdings" panose="05000000000000000000" pitchFamily="2" charset="2"/>
              <a:buChar char="§"/>
            </a:pPr>
            <a:r>
              <a:rPr lang="en-IN" sz="1800" b="1" dirty="0"/>
              <a:t>Solution implementation:</a:t>
            </a:r>
            <a:r>
              <a:rPr lang="en-IN" sz="1800" dirty="0"/>
              <a:t> They may help oversee the implementation of new systems or processes and ensure they meet the defined requirements and provide value to the business. </a:t>
            </a:r>
            <a:br>
              <a:rPr lang="en-US" sz="1800" dirty="0"/>
            </a:br>
            <a:endParaRPr lang="en-IN" sz="1800" dirty="0"/>
          </a:p>
        </p:txBody>
      </p:sp>
    </p:spTree>
    <p:extLst>
      <p:ext uri="{BB962C8B-B14F-4D97-AF65-F5344CB8AC3E}">
        <p14:creationId xmlns:p14="http://schemas.microsoft.com/office/powerpoint/2010/main" val="10368364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9349A-7492-4DC7-B144-2B34111C4C04}"/>
              </a:ext>
            </a:extLst>
          </p:cNvPr>
          <p:cNvSpPr>
            <a:spLocks noGrp="1"/>
          </p:cNvSpPr>
          <p:nvPr>
            <p:ph type="title"/>
          </p:nvPr>
        </p:nvSpPr>
        <p:spPr>
          <a:xfrm>
            <a:off x="508001" y="1343947"/>
            <a:ext cx="6447501" cy="990600"/>
          </a:xfrm>
        </p:spPr>
        <p:txBody>
          <a:bodyPr>
            <a:normAutofit/>
          </a:bodyPr>
          <a:lstStyle/>
          <a:p>
            <a:r>
              <a:rPr lang="en-US" b="1" dirty="0">
                <a:solidFill>
                  <a:schemeClr val="tx1"/>
                </a:solidFill>
              </a:rPr>
              <a:t>Skills of a Business Analyst</a:t>
            </a:r>
            <a:endParaRPr lang="en-IN" b="1" dirty="0">
              <a:solidFill>
                <a:schemeClr val="tx1"/>
              </a:solidFill>
            </a:endParaRPr>
          </a:p>
        </p:txBody>
      </p:sp>
      <p:sp>
        <p:nvSpPr>
          <p:cNvPr id="4" name="Rectangle 1">
            <a:extLst>
              <a:ext uri="{FF2B5EF4-FFF2-40B4-BE49-F238E27FC236}">
                <a16:creationId xmlns:a16="http://schemas.microsoft.com/office/drawing/2014/main" id="{C9A13540-9049-9DFF-8321-6AD05A1C00D6}"/>
              </a:ext>
            </a:extLst>
          </p:cNvPr>
          <p:cNvSpPr>
            <a:spLocks noGrp="1" noChangeArrowheads="1"/>
          </p:cNvSpPr>
          <p:nvPr>
            <p:ph idx="1"/>
          </p:nvPr>
        </p:nvSpPr>
        <p:spPr bwMode="auto">
          <a:xfrm>
            <a:off x="508000" y="2219327"/>
            <a:ext cx="7445628" cy="1731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rtlCol="0" anchor="ctr" anchorCtr="0" compatLnSpc="1">
            <a:prstTxWarp prst="textNoShape">
              <a:avLst/>
            </a:prstTxWarp>
            <a:spAutoFit/>
          </a:bodyPr>
          <a:lstStyle/>
          <a:p>
            <a:pPr eaLnBrk="0" fontAlgn="base" hangingPunct="0">
              <a:spcBef>
                <a:spcPct val="0"/>
              </a:spcBef>
              <a:spcAft>
                <a:spcPct val="0"/>
              </a:spcAft>
              <a:buClrTx/>
              <a:buFont typeface="Wingdings" panose="05000000000000000000" pitchFamily="2" charset="2"/>
              <a:buChar char="§"/>
            </a:pPr>
            <a:r>
              <a:rPr lang="en-US" altLang="en-US" sz="1800" b="1" dirty="0">
                <a:latin typeface="Arial" panose="020B0604020202020204" pitchFamily="34" charset="0"/>
              </a:rPr>
              <a:t>Analytical thinking</a:t>
            </a:r>
            <a:endParaRPr lang="en-US" altLang="en-US" sz="1800" dirty="0">
              <a:latin typeface="Arial" panose="020B0604020202020204" pitchFamily="34" charset="0"/>
            </a:endParaRPr>
          </a:p>
          <a:p>
            <a:pPr eaLnBrk="0" fontAlgn="base" hangingPunct="0">
              <a:spcBef>
                <a:spcPct val="0"/>
              </a:spcBef>
              <a:spcAft>
                <a:spcPct val="0"/>
              </a:spcAft>
              <a:buClrTx/>
              <a:buFont typeface="Wingdings" panose="05000000000000000000" pitchFamily="2" charset="2"/>
              <a:buChar char="§"/>
            </a:pPr>
            <a:r>
              <a:rPr lang="en-US" altLang="en-US" sz="1800" b="1" dirty="0">
                <a:latin typeface="Arial" panose="020B0604020202020204" pitchFamily="34" charset="0"/>
              </a:rPr>
              <a:t>Communication skills</a:t>
            </a:r>
            <a:r>
              <a:rPr lang="en-US" altLang="en-US" sz="1800" dirty="0">
                <a:latin typeface="Arial" panose="020B0604020202020204" pitchFamily="34" charset="0"/>
              </a:rPr>
              <a:t> (talking to both business &amp; technical people)</a:t>
            </a:r>
          </a:p>
          <a:p>
            <a:pPr eaLnBrk="0" fontAlgn="base" hangingPunct="0">
              <a:spcBef>
                <a:spcPct val="0"/>
              </a:spcBef>
              <a:spcAft>
                <a:spcPct val="0"/>
              </a:spcAft>
              <a:buClrTx/>
              <a:buFont typeface="Wingdings" panose="05000000000000000000" pitchFamily="2" charset="2"/>
              <a:buChar char="§"/>
            </a:pPr>
            <a:r>
              <a:rPr lang="en-US" altLang="en-US" sz="1800" b="1" dirty="0">
                <a:latin typeface="Arial" panose="020B0604020202020204" pitchFamily="34" charset="0"/>
              </a:rPr>
              <a:t>Problem-solving</a:t>
            </a:r>
            <a:endParaRPr lang="en-US" altLang="en-US" sz="1800" dirty="0">
              <a:latin typeface="Arial" panose="020B0604020202020204" pitchFamily="34" charset="0"/>
            </a:endParaRPr>
          </a:p>
          <a:p>
            <a:pPr eaLnBrk="0" fontAlgn="base" hangingPunct="0">
              <a:spcBef>
                <a:spcPct val="0"/>
              </a:spcBef>
              <a:spcAft>
                <a:spcPct val="0"/>
              </a:spcAft>
              <a:buClrTx/>
              <a:buFont typeface="Wingdings" panose="05000000000000000000" pitchFamily="2" charset="2"/>
              <a:buChar char="§"/>
            </a:pPr>
            <a:r>
              <a:rPr lang="en-US" altLang="en-US" sz="1800" b="1" dirty="0">
                <a:latin typeface="Arial" panose="020B0604020202020204" pitchFamily="34" charset="0"/>
              </a:rPr>
              <a:t>Documentation and modelling</a:t>
            </a:r>
            <a:endParaRPr lang="en-US" altLang="en-US" sz="1800" dirty="0">
              <a:latin typeface="Arial" panose="020B0604020202020204" pitchFamily="34" charset="0"/>
            </a:endParaRPr>
          </a:p>
          <a:p>
            <a:pPr eaLnBrk="0" fontAlgn="base" hangingPunct="0">
              <a:spcBef>
                <a:spcPct val="0"/>
              </a:spcBef>
              <a:spcAft>
                <a:spcPct val="0"/>
              </a:spcAft>
              <a:buClrTx/>
              <a:buFont typeface="Wingdings" panose="05000000000000000000" pitchFamily="2" charset="2"/>
              <a:buChar char="§"/>
            </a:pPr>
            <a:r>
              <a:rPr lang="en-US" altLang="en-US" sz="1800" dirty="0">
                <a:latin typeface="Arial" panose="020B0604020202020204" pitchFamily="34" charset="0"/>
              </a:rPr>
              <a:t>Basic knowledge of </a:t>
            </a:r>
            <a:r>
              <a:rPr lang="en-US" altLang="en-US" sz="1800" b="1" dirty="0">
                <a:latin typeface="Arial" panose="020B0604020202020204" pitchFamily="34" charset="0"/>
              </a:rPr>
              <a:t>databases, Excel, BI tools</a:t>
            </a:r>
            <a:endParaRPr lang="en-US" altLang="en-US" sz="1800" dirty="0">
              <a:latin typeface="Arial" panose="020B0604020202020204" pitchFamily="34" charset="0"/>
            </a:endParaRPr>
          </a:p>
          <a:p>
            <a:pPr eaLnBrk="0" fontAlgn="base" hangingPunct="0">
              <a:spcBef>
                <a:spcPct val="0"/>
              </a:spcBef>
              <a:spcAft>
                <a:spcPct val="0"/>
              </a:spcAft>
              <a:buClrTx/>
              <a:buFont typeface="Wingdings" panose="05000000000000000000" pitchFamily="2" charset="2"/>
              <a:buChar char="§"/>
            </a:pPr>
            <a:r>
              <a:rPr lang="en-US" altLang="en-US" sz="1800" dirty="0">
                <a:latin typeface="Arial" panose="020B0604020202020204" pitchFamily="34" charset="0"/>
              </a:rPr>
              <a:t>Understanding of </a:t>
            </a:r>
            <a:r>
              <a:rPr lang="en-US" altLang="en-US" sz="1800" b="1" dirty="0">
                <a:latin typeface="Arial" panose="020B0604020202020204" pitchFamily="34" charset="0"/>
              </a:rPr>
              <a:t>business domains</a:t>
            </a:r>
            <a:r>
              <a:rPr lang="en-US" altLang="en-US" sz="1800" dirty="0">
                <a:latin typeface="Arial" panose="020B0604020202020204" pitchFamily="34" charset="0"/>
              </a:rPr>
              <a:t> (finance, sales, operations, etc.)</a:t>
            </a:r>
          </a:p>
        </p:txBody>
      </p:sp>
    </p:spTree>
    <p:extLst>
      <p:ext uri="{BB962C8B-B14F-4D97-AF65-F5344CB8AC3E}">
        <p14:creationId xmlns:p14="http://schemas.microsoft.com/office/powerpoint/2010/main" val="41971300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7645D-2C4D-E00B-D35D-49E0C83A122D}"/>
              </a:ext>
            </a:extLst>
          </p:cNvPr>
          <p:cNvSpPr>
            <a:spLocks noGrp="1"/>
          </p:cNvSpPr>
          <p:nvPr>
            <p:ph type="title"/>
          </p:nvPr>
        </p:nvSpPr>
        <p:spPr>
          <a:xfrm>
            <a:off x="508001" y="1314450"/>
            <a:ext cx="6447501" cy="523568"/>
          </a:xfrm>
        </p:spPr>
        <p:txBody>
          <a:bodyPr>
            <a:normAutofit fontScale="90000"/>
          </a:bodyPr>
          <a:lstStyle/>
          <a:p>
            <a:r>
              <a:rPr lang="en-US" b="1" dirty="0">
                <a:solidFill>
                  <a:schemeClr val="tx1"/>
                </a:solidFill>
              </a:rPr>
              <a:t>The Tools Used by Business Analysts</a:t>
            </a:r>
            <a:endParaRPr lang="en-IN" dirty="0">
              <a:solidFill>
                <a:schemeClr val="tx1"/>
              </a:solidFill>
            </a:endParaRPr>
          </a:p>
        </p:txBody>
      </p:sp>
      <p:sp>
        <p:nvSpPr>
          <p:cNvPr id="3" name="Content Placeholder 2">
            <a:extLst>
              <a:ext uri="{FF2B5EF4-FFF2-40B4-BE49-F238E27FC236}">
                <a16:creationId xmlns:a16="http://schemas.microsoft.com/office/drawing/2014/main" id="{83FE09F6-31E9-7FB4-F15F-AB1EDBC2A31E}"/>
              </a:ext>
            </a:extLst>
          </p:cNvPr>
          <p:cNvSpPr>
            <a:spLocks noGrp="1"/>
          </p:cNvSpPr>
          <p:nvPr>
            <p:ph idx="1"/>
          </p:nvPr>
        </p:nvSpPr>
        <p:spPr>
          <a:xfrm>
            <a:off x="508000" y="2027867"/>
            <a:ext cx="7699477" cy="3659480"/>
          </a:xfrm>
        </p:spPr>
        <p:txBody>
          <a:bodyPr>
            <a:normAutofit/>
          </a:bodyPr>
          <a:lstStyle/>
          <a:p>
            <a:pPr marL="0" indent="0">
              <a:buClr>
                <a:schemeClr val="tx1"/>
              </a:buClr>
              <a:buNone/>
            </a:pPr>
            <a:r>
              <a:rPr lang="en-US" sz="1500" dirty="0"/>
              <a:t>To carry out all these responsibilities, business analysts rely on a variety of tools to manage their tasks efficiently. Some of the most common tools include:</a:t>
            </a:r>
          </a:p>
          <a:p>
            <a:pPr fontAlgn="base">
              <a:buClr>
                <a:schemeClr val="tx1"/>
              </a:buClr>
              <a:buFont typeface="Wingdings" panose="05000000000000000000" pitchFamily="2" charset="2"/>
              <a:buChar char="§"/>
            </a:pPr>
            <a:r>
              <a:rPr lang="en-US" sz="1500" b="1" dirty="0"/>
              <a:t>Requirements Management Tools</a:t>
            </a:r>
            <a:r>
              <a:rPr lang="en-US" sz="1500" dirty="0"/>
              <a:t>: Tools like JIRA, Confluence, or Trello are used to document and track requirements, user stories, and tasks.</a:t>
            </a:r>
          </a:p>
          <a:p>
            <a:pPr fontAlgn="base">
              <a:buClr>
                <a:schemeClr val="tx1"/>
              </a:buClr>
              <a:buFont typeface="Wingdings" panose="05000000000000000000" pitchFamily="2" charset="2"/>
              <a:buChar char="§"/>
            </a:pPr>
            <a:r>
              <a:rPr lang="en-US" sz="1500" b="1" dirty="0"/>
              <a:t>Data Analysis Tools</a:t>
            </a:r>
            <a:r>
              <a:rPr lang="en-US" sz="1500" dirty="0"/>
              <a:t>: Business analysts often use software like Microsoft Excel, Google Analytics, and Tableau to analyze data and create visual reports.</a:t>
            </a:r>
          </a:p>
          <a:p>
            <a:pPr fontAlgn="base">
              <a:buClr>
                <a:schemeClr val="tx1"/>
              </a:buClr>
              <a:buFont typeface="Wingdings" panose="05000000000000000000" pitchFamily="2" charset="2"/>
              <a:buChar char="§"/>
            </a:pPr>
            <a:r>
              <a:rPr lang="en-US" sz="1500" b="1" dirty="0"/>
              <a:t>Process Mapping Tools</a:t>
            </a:r>
            <a:r>
              <a:rPr lang="en-US" sz="1500" dirty="0"/>
              <a:t>: Tools such as Microsoft Visio or </a:t>
            </a:r>
            <a:r>
              <a:rPr lang="en-US" sz="1500" dirty="0" err="1"/>
              <a:t>Lucidchart</a:t>
            </a:r>
            <a:r>
              <a:rPr lang="en-US" sz="1500" dirty="0"/>
              <a:t> help business analysts create diagrams to map processes and workflows.</a:t>
            </a:r>
          </a:p>
          <a:p>
            <a:pPr fontAlgn="base">
              <a:buClr>
                <a:schemeClr val="tx1"/>
              </a:buClr>
              <a:buFont typeface="Wingdings" panose="05000000000000000000" pitchFamily="2" charset="2"/>
              <a:buChar char="§"/>
            </a:pPr>
            <a:r>
              <a:rPr lang="en-US" sz="1500" b="1" dirty="0"/>
              <a:t>Collaboration Tools</a:t>
            </a:r>
            <a:r>
              <a:rPr lang="en-US" sz="1500" dirty="0"/>
              <a:t>: Platforms like Slack, Zoom, and Microsoft Teams facilitate communication and collaboration with stakeholders and team members.</a:t>
            </a:r>
          </a:p>
          <a:p>
            <a:endParaRPr lang="en-IN" dirty="0"/>
          </a:p>
        </p:txBody>
      </p:sp>
    </p:spTree>
    <p:extLst>
      <p:ext uri="{BB962C8B-B14F-4D97-AF65-F5344CB8AC3E}">
        <p14:creationId xmlns:p14="http://schemas.microsoft.com/office/powerpoint/2010/main" val="48136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CC2DA-B47C-8977-4414-9F016C637BFD}"/>
              </a:ext>
            </a:extLst>
          </p:cNvPr>
          <p:cNvSpPr>
            <a:spLocks noGrp="1"/>
          </p:cNvSpPr>
          <p:nvPr>
            <p:ph type="title"/>
          </p:nvPr>
        </p:nvSpPr>
        <p:spPr>
          <a:xfrm>
            <a:off x="508000" y="1314450"/>
            <a:ext cx="6549103" cy="870155"/>
          </a:xfrm>
        </p:spPr>
        <p:txBody>
          <a:bodyPr>
            <a:normAutofit fontScale="90000"/>
          </a:bodyPr>
          <a:lstStyle/>
          <a:p>
            <a:r>
              <a:rPr lang="en-US" b="1" dirty="0">
                <a:solidFill>
                  <a:schemeClr val="tx1"/>
                </a:solidFill>
              </a:rPr>
              <a:t>Collaboration and Relationship-Building in Business Analysis</a:t>
            </a:r>
            <a:br>
              <a:rPr lang="en-US" b="1" dirty="0"/>
            </a:br>
            <a:endParaRPr lang="en-IN" dirty="0"/>
          </a:p>
        </p:txBody>
      </p:sp>
      <p:sp>
        <p:nvSpPr>
          <p:cNvPr id="3" name="Content Placeholder 2">
            <a:extLst>
              <a:ext uri="{FF2B5EF4-FFF2-40B4-BE49-F238E27FC236}">
                <a16:creationId xmlns:a16="http://schemas.microsoft.com/office/drawing/2014/main" id="{81F114BA-E1A1-B96D-D5E2-5EEB610A22E4}"/>
              </a:ext>
            </a:extLst>
          </p:cNvPr>
          <p:cNvSpPr>
            <a:spLocks noGrp="1"/>
          </p:cNvSpPr>
          <p:nvPr>
            <p:ph idx="1"/>
          </p:nvPr>
        </p:nvSpPr>
        <p:spPr>
          <a:xfrm>
            <a:off x="508000" y="2263840"/>
            <a:ext cx="7846961" cy="3335017"/>
          </a:xfrm>
        </p:spPr>
        <p:txBody>
          <a:bodyPr>
            <a:normAutofit fontScale="92500"/>
          </a:bodyPr>
          <a:lstStyle/>
          <a:p>
            <a:pPr marL="0" indent="0">
              <a:buNone/>
            </a:pPr>
            <a:r>
              <a:rPr lang="en-US" sz="1500" b="1" dirty="0"/>
              <a:t>Collaboration and relationship-building</a:t>
            </a:r>
            <a:r>
              <a:rPr lang="en-US" sz="1500" dirty="0"/>
              <a:t> in business analysis refer to how a Business Analyst </a:t>
            </a:r>
            <a:r>
              <a:rPr lang="en-US" sz="1500" b="1" dirty="0"/>
              <a:t>works with stakeholders</a:t>
            </a:r>
            <a:r>
              <a:rPr lang="en-US" sz="1500" dirty="0"/>
              <a:t>, builds </a:t>
            </a:r>
            <a:r>
              <a:rPr lang="en-US" sz="1500" b="1" dirty="0"/>
              <a:t>trust</a:t>
            </a:r>
            <a:r>
              <a:rPr lang="en-US" sz="1500" dirty="0"/>
              <a:t>, and maintains </a:t>
            </a:r>
            <a:r>
              <a:rPr lang="en-US" sz="1500" b="1" dirty="0"/>
              <a:t>effective communication</a:t>
            </a:r>
            <a:r>
              <a:rPr lang="en-US" sz="1500" dirty="0"/>
              <a:t> to successfully deliver projects and solutions.</a:t>
            </a:r>
          </a:p>
          <a:p>
            <a:pPr marL="0" indent="0">
              <a:buNone/>
            </a:pPr>
            <a:r>
              <a:rPr lang="en-IN" sz="1500" dirty="0"/>
              <a:t>Key benefits include: </a:t>
            </a:r>
          </a:p>
          <a:p>
            <a:pPr lvl="0">
              <a:buClr>
                <a:schemeClr val="tx1"/>
              </a:buClr>
              <a:buFont typeface="Wingdings" panose="05000000000000000000" pitchFamily="2" charset="2"/>
              <a:buChar char="§"/>
            </a:pPr>
            <a:r>
              <a:rPr lang="en-IN" sz="1500" b="1" dirty="0"/>
              <a:t>Comprehensive Requirements:</a:t>
            </a:r>
            <a:r>
              <a:rPr lang="en-IN" sz="1500" dirty="0"/>
              <a:t> Working closely with diverse stakeholders helps uncover all necessary information, leading to complete and accurate requirements .</a:t>
            </a:r>
          </a:p>
          <a:p>
            <a:pPr lvl="0">
              <a:buClr>
                <a:schemeClr val="tx1"/>
              </a:buClr>
              <a:buFont typeface="Wingdings" panose="05000000000000000000" pitchFamily="2" charset="2"/>
              <a:buChar char="§"/>
            </a:pPr>
            <a:r>
              <a:rPr lang="en-IN" sz="1500" b="1" dirty="0"/>
              <a:t>Increased Buy-in:</a:t>
            </a:r>
            <a:r>
              <a:rPr lang="en-IN" sz="1500" dirty="0"/>
              <a:t> Involving stakeholders in the analysis process makes them feel heard, which increases their support for the final solution .</a:t>
            </a:r>
          </a:p>
          <a:p>
            <a:pPr lvl="0">
              <a:buClr>
                <a:schemeClr val="tx1"/>
              </a:buClr>
              <a:buFont typeface="Wingdings" panose="05000000000000000000" pitchFamily="2" charset="2"/>
              <a:buChar char="§"/>
            </a:pPr>
            <a:r>
              <a:rPr lang="en-IN" sz="1500" b="1" dirty="0"/>
              <a:t>Risk Mitigation:</a:t>
            </a:r>
            <a:r>
              <a:rPr lang="en-IN" sz="1500" dirty="0"/>
              <a:t> Open communication channels help identify potential issues early, allowing the team to address them proactively .</a:t>
            </a:r>
          </a:p>
          <a:p>
            <a:pPr lvl="0">
              <a:buClr>
                <a:schemeClr val="tx1"/>
              </a:buClr>
              <a:buFont typeface="Wingdings" panose="05000000000000000000" pitchFamily="2" charset="2"/>
              <a:buChar char="§"/>
            </a:pPr>
            <a:r>
              <a:rPr lang="en-IN" sz="1500" b="1" dirty="0"/>
              <a:t>Faster Decision Making:</a:t>
            </a:r>
            <a:r>
              <a:rPr lang="en-IN" sz="1500" dirty="0"/>
              <a:t> Trusting relationships allow for more efficient conflict resolution and quicker consensus building . </a:t>
            </a:r>
          </a:p>
          <a:p>
            <a:endParaRPr lang="en-IN" dirty="0"/>
          </a:p>
        </p:txBody>
      </p:sp>
    </p:spTree>
    <p:extLst>
      <p:ext uri="{BB962C8B-B14F-4D97-AF65-F5344CB8AC3E}">
        <p14:creationId xmlns:p14="http://schemas.microsoft.com/office/powerpoint/2010/main" val="11941372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1F65D-327D-2A24-C659-E4118FF6883B}"/>
              </a:ext>
            </a:extLst>
          </p:cNvPr>
          <p:cNvSpPr>
            <a:spLocks noGrp="1"/>
          </p:cNvSpPr>
          <p:nvPr>
            <p:ph type="title"/>
          </p:nvPr>
        </p:nvSpPr>
        <p:spPr>
          <a:xfrm>
            <a:off x="508001" y="1314450"/>
            <a:ext cx="6447501" cy="604684"/>
          </a:xfrm>
        </p:spPr>
        <p:txBody>
          <a:bodyPr>
            <a:normAutofit fontScale="90000"/>
          </a:bodyPr>
          <a:lstStyle/>
          <a:p>
            <a:r>
              <a:rPr lang="en-US" b="1" dirty="0">
                <a:solidFill>
                  <a:schemeClr val="tx1"/>
                </a:solidFill>
              </a:rPr>
              <a:t>Business Analysis Methodologies</a:t>
            </a:r>
            <a:endParaRPr lang="en-IN" b="1" dirty="0">
              <a:solidFill>
                <a:schemeClr val="tx1"/>
              </a:solidFill>
            </a:endParaRPr>
          </a:p>
        </p:txBody>
      </p:sp>
      <p:sp>
        <p:nvSpPr>
          <p:cNvPr id="3" name="Content Placeholder 2">
            <a:extLst>
              <a:ext uri="{FF2B5EF4-FFF2-40B4-BE49-F238E27FC236}">
                <a16:creationId xmlns:a16="http://schemas.microsoft.com/office/drawing/2014/main" id="{FC9B9FBC-1918-03A2-1C1C-6684AA9EE959}"/>
              </a:ext>
            </a:extLst>
          </p:cNvPr>
          <p:cNvSpPr>
            <a:spLocks noGrp="1"/>
          </p:cNvSpPr>
          <p:nvPr>
            <p:ph idx="1"/>
          </p:nvPr>
        </p:nvSpPr>
        <p:spPr>
          <a:xfrm>
            <a:off x="508000" y="1992876"/>
            <a:ext cx="8274664" cy="3886200"/>
          </a:xfrm>
        </p:spPr>
        <p:txBody>
          <a:bodyPr>
            <a:noAutofit/>
          </a:bodyPr>
          <a:lstStyle/>
          <a:p>
            <a:pPr marL="0" indent="0">
              <a:buNone/>
            </a:pPr>
            <a:r>
              <a:rPr lang="en-US" sz="1800" dirty="0"/>
              <a:t>Business analysis uses methodologies like </a:t>
            </a:r>
            <a:r>
              <a:rPr lang="en-US" sz="1800" b="1" dirty="0"/>
              <a:t>Agile</a:t>
            </a:r>
            <a:r>
              <a:rPr lang="en-US" sz="1800" dirty="0"/>
              <a:t> and </a:t>
            </a:r>
            <a:r>
              <a:rPr lang="en-US" sz="1800" b="1" dirty="0"/>
              <a:t>Water fall</a:t>
            </a:r>
            <a:r>
              <a:rPr lang="en-US" sz="1800" dirty="0"/>
              <a:t> .</a:t>
            </a:r>
            <a:endParaRPr lang="en-US" sz="1800" b="1" dirty="0"/>
          </a:p>
          <a:p>
            <a:pPr marL="0" indent="0">
              <a:buNone/>
            </a:pPr>
            <a:r>
              <a:rPr lang="en-IN" sz="1800" dirty="0"/>
              <a:t>Agile is a flexible, iterative approach focused on continuous feedback and collaboration, while Waterfall is a sequential, linear model that emphasizes thorough upfront planning and distinct, consecutive phases</a:t>
            </a:r>
            <a:r>
              <a:rPr lang="en-US" sz="1800" b="1" dirty="0"/>
              <a:t> </a:t>
            </a:r>
            <a:r>
              <a:rPr lang="en-US" sz="1800" dirty="0"/>
              <a:t>to manage projects.</a:t>
            </a:r>
          </a:p>
          <a:p>
            <a:pPr marL="0" indent="0">
              <a:buNone/>
            </a:pPr>
            <a:r>
              <a:rPr lang="en-IN" sz="1800" b="1" dirty="0"/>
              <a:t>Waterfall methodology:</a:t>
            </a:r>
            <a:endParaRPr lang="en-IN" sz="1800" dirty="0"/>
          </a:p>
          <a:p>
            <a:pPr marL="0" indent="0">
              <a:buNone/>
            </a:pPr>
            <a:r>
              <a:rPr lang="en-IN" sz="1800" b="1" dirty="0"/>
              <a:t>Approach:</a:t>
            </a:r>
            <a:r>
              <a:rPr lang="en-IN" sz="1800" dirty="0"/>
              <a:t> A linear, sequential process where each phase must be completed before the next begins.</a:t>
            </a:r>
          </a:p>
          <a:p>
            <a:pPr marL="0" indent="0">
              <a:buNone/>
            </a:pPr>
            <a:r>
              <a:rPr lang="en-IN" sz="1800" b="1" dirty="0"/>
              <a:t>Phases:</a:t>
            </a:r>
            <a:r>
              <a:rPr lang="en-IN" sz="1800" dirty="0"/>
              <a:t> Typically includes requirements gathering, design, implementation, verification, and maintenance.</a:t>
            </a:r>
          </a:p>
          <a:p>
            <a:pPr marL="0" indent="0">
              <a:buNone/>
            </a:pPr>
            <a:r>
              <a:rPr lang="en-IN" sz="1800" b="1" dirty="0"/>
              <a:t>Best for:</a:t>
            </a:r>
            <a:r>
              <a:rPr lang="en-IN" sz="1800" dirty="0"/>
              <a:t> Projects with stable requirements that are well-defined from the start. </a:t>
            </a:r>
          </a:p>
        </p:txBody>
      </p:sp>
    </p:spTree>
    <p:extLst>
      <p:ext uri="{BB962C8B-B14F-4D97-AF65-F5344CB8AC3E}">
        <p14:creationId xmlns:p14="http://schemas.microsoft.com/office/powerpoint/2010/main" val="40511890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6267FC-0025-147C-13DD-D399A85F7582}"/>
              </a:ext>
            </a:extLst>
          </p:cNvPr>
          <p:cNvSpPr>
            <a:spLocks noGrp="1"/>
          </p:cNvSpPr>
          <p:nvPr>
            <p:ph idx="1"/>
          </p:nvPr>
        </p:nvSpPr>
        <p:spPr>
          <a:xfrm>
            <a:off x="508000" y="1506180"/>
            <a:ext cx="7987070" cy="3882092"/>
          </a:xfrm>
        </p:spPr>
        <p:txBody>
          <a:bodyPr>
            <a:normAutofit fontScale="77500" lnSpcReduction="20000"/>
          </a:bodyPr>
          <a:lstStyle/>
          <a:p>
            <a:pPr marL="0" indent="0">
              <a:buNone/>
            </a:pPr>
            <a:r>
              <a:rPr lang="en-US" sz="1500" b="1" dirty="0"/>
              <a:t>Role of BA in Waterfall</a:t>
            </a:r>
          </a:p>
          <a:p>
            <a:pPr marL="0" indent="0">
              <a:buNone/>
            </a:pPr>
            <a:r>
              <a:rPr lang="en-US" dirty="0">
                <a:solidFill>
                  <a:schemeClr val="tx1"/>
                </a:solidFill>
              </a:rPr>
              <a:t>Gather </a:t>
            </a:r>
            <a:r>
              <a:rPr lang="en-US" b="1" dirty="0">
                <a:solidFill>
                  <a:schemeClr val="tx1"/>
                </a:solidFill>
              </a:rPr>
              <a:t>complete requirements</a:t>
            </a:r>
            <a:r>
              <a:rPr lang="en-US" dirty="0">
                <a:solidFill>
                  <a:schemeClr val="tx1"/>
                </a:solidFill>
              </a:rPr>
              <a:t> at the beginning.</a:t>
            </a:r>
          </a:p>
          <a:p>
            <a:pPr marL="0" indent="0">
              <a:buNone/>
            </a:pPr>
            <a:r>
              <a:rPr lang="en-US" dirty="0">
                <a:solidFill>
                  <a:schemeClr val="tx1"/>
                </a:solidFill>
              </a:rPr>
              <a:t>Prepare </a:t>
            </a:r>
            <a:r>
              <a:rPr lang="en-US" b="1" dirty="0">
                <a:solidFill>
                  <a:schemeClr val="tx1"/>
                </a:solidFill>
              </a:rPr>
              <a:t>detailed documentation</a:t>
            </a:r>
            <a:r>
              <a:rPr lang="en-US" dirty="0">
                <a:solidFill>
                  <a:schemeClr val="tx1"/>
                </a:solidFill>
              </a:rPr>
              <a:t> (BRD, SRS, use cases).</a:t>
            </a:r>
          </a:p>
          <a:p>
            <a:pPr marL="0" indent="0">
              <a:buNone/>
            </a:pPr>
            <a:r>
              <a:rPr lang="en-US" dirty="0">
                <a:solidFill>
                  <a:schemeClr val="tx1"/>
                </a:solidFill>
              </a:rPr>
              <a:t>Get sign-off from stakeholders </a:t>
            </a:r>
            <a:r>
              <a:rPr lang="en-US" b="1" dirty="0">
                <a:solidFill>
                  <a:schemeClr val="tx1"/>
                </a:solidFill>
              </a:rPr>
              <a:t>before development starts</a:t>
            </a:r>
            <a:r>
              <a:rPr lang="en-US" dirty="0">
                <a:solidFill>
                  <a:schemeClr val="tx1"/>
                </a:solidFill>
              </a:rPr>
              <a:t>.</a:t>
            </a:r>
          </a:p>
          <a:p>
            <a:pPr marL="0" indent="0">
              <a:buNone/>
            </a:pPr>
            <a:r>
              <a:rPr lang="en-US" dirty="0">
                <a:solidFill>
                  <a:schemeClr val="tx1"/>
                </a:solidFill>
              </a:rPr>
              <a:t>Limited scope for change later.</a:t>
            </a:r>
          </a:p>
          <a:p>
            <a:pPr marL="0" indent="0">
              <a:buNone/>
            </a:pPr>
            <a:r>
              <a:rPr lang="en-US" sz="1500" b="1" dirty="0"/>
              <a:t>Advantages</a:t>
            </a:r>
          </a:p>
          <a:p>
            <a:pPr>
              <a:buClr>
                <a:schemeClr val="tx1"/>
              </a:buClr>
              <a:buFont typeface="Wingdings" panose="05000000000000000000" pitchFamily="2" charset="2"/>
              <a:buChar char="§"/>
            </a:pPr>
            <a:r>
              <a:rPr lang="en-US" dirty="0">
                <a:solidFill>
                  <a:schemeClr val="tx1"/>
                </a:solidFill>
              </a:rPr>
              <a:t>Clear structure and planning.</a:t>
            </a:r>
          </a:p>
          <a:p>
            <a:pPr>
              <a:buClr>
                <a:schemeClr val="tx1"/>
              </a:buClr>
              <a:buFont typeface="Wingdings" panose="05000000000000000000" pitchFamily="2" charset="2"/>
              <a:buChar char="§"/>
            </a:pPr>
            <a:r>
              <a:rPr lang="en-US" dirty="0">
                <a:solidFill>
                  <a:schemeClr val="tx1"/>
                </a:solidFill>
              </a:rPr>
              <a:t>Good for </a:t>
            </a:r>
            <a:r>
              <a:rPr lang="en-US" b="1" dirty="0">
                <a:solidFill>
                  <a:schemeClr val="tx1"/>
                </a:solidFill>
              </a:rPr>
              <a:t>stable, well-understood requirements</a:t>
            </a:r>
            <a:r>
              <a:rPr lang="en-US" dirty="0">
                <a:solidFill>
                  <a:schemeClr val="tx1"/>
                </a:solidFill>
              </a:rPr>
              <a:t>.</a:t>
            </a:r>
          </a:p>
          <a:p>
            <a:pPr>
              <a:buClr>
                <a:schemeClr val="tx1"/>
              </a:buClr>
              <a:buFont typeface="Wingdings" panose="05000000000000000000" pitchFamily="2" charset="2"/>
              <a:buChar char="§"/>
            </a:pPr>
            <a:r>
              <a:rPr lang="en-US" dirty="0">
                <a:solidFill>
                  <a:schemeClr val="tx1"/>
                </a:solidFill>
              </a:rPr>
              <a:t>Strong documentation.</a:t>
            </a:r>
          </a:p>
          <a:p>
            <a:pPr marL="0" indent="0">
              <a:buNone/>
            </a:pPr>
            <a:r>
              <a:rPr lang="en-US" sz="1500" b="1" dirty="0"/>
              <a:t>Disadvantages</a:t>
            </a:r>
          </a:p>
          <a:p>
            <a:pPr>
              <a:buClr>
                <a:schemeClr val="tx1"/>
              </a:buClr>
              <a:buFont typeface="Wingdings" panose="05000000000000000000" pitchFamily="2" charset="2"/>
              <a:buChar char="§"/>
            </a:pPr>
            <a:r>
              <a:rPr lang="en-US" dirty="0">
                <a:solidFill>
                  <a:schemeClr val="tx1"/>
                </a:solidFill>
              </a:rPr>
              <a:t>Not flexible to changes.</a:t>
            </a:r>
          </a:p>
          <a:p>
            <a:pPr>
              <a:buClr>
                <a:schemeClr val="tx1"/>
              </a:buClr>
              <a:buFont typeface="Wingdings" panose="05000000000000000000" pitchFamily="2" charset="2"/>
              <a:buChar char="§"/>
            </a:pPr>
            <a:r>
              <a:rPr lang="en-US" dirty="0">
                <a:solidFill>
                  <a:schemeClr val="tx1"/>
                </a:solidFill>
              </a:rPr>
              <a:t>Feedback comes </a:t>
            </a:r>
            <a:r>
              <a:rPr lang="en-US" b="1" dirty="0">
                <a:solidFill>
                  <a:schemeClr val="tx1"/>
                </a:solidFill>
              </a:rPr>
              <a:t>late</a:t>
            </a:r>
            <a:r>
              <a:rPr lang="en-US" dirty="0">
                <a:solidFill>
                  <a:schemeClr val="tx1"/>
                </a:solidFill>
              </a:rPr>
              <a:t>, after development.</a:t>
            </a:r>
          </a:p>
          <a:p>
            <a:pPr>
              <a:buClr>
                <a:schemeClr val="tx1"/>
              </a:buClr>
              <a:buFont typeface="Wingdings" panose="05000000000000000000" pitchFamily="2" charset="2"/>
              <a:buChar char="§"/>
            </a:pPr>
            <a:r>
              <a:rPr lang="en-US" dirty="0">
                <a:solidFill>
                  <a:schemeClr val="tx1"/>
                </a:solidFill>
              </a:rPr>
              <a:t>Risk of building something that doesn’t match user needs if requirements change.</a:t>
            </a:r>
          </a:p>
          <a:p>
            <a:endParaRPr lang="en-IN" dirty="0"/>
          </a:p>
        </p:txBody>
      </p:sp>
    </p:spTree>
    <p:extLst>
      <p:ext uri="{BB962C8B-B14F-4D97-AF65-F5344CB8AC3E}">
        <p14:creationId xmlns:p14="http://schemas.microsoft.com/office/powerpoint/2010/main" val="24643623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1746B5-776D-78A1-2292-1BEFFF6940C0}"/>
              </a:ext>
            </a:extLst>
          </p:cNvPr>
          <p:cNvSpPr>
            <a:spLocks noGrp="1"/>
          </p:cNvSpPr>
          <p:nvPr>
            <p:ph idx="1"/>
          </p:nvPr>
        </p:nvSpPr>
        <p:spPr>
          <a:xfrm>
            <a:off x="545281" y="1653664"/>
            <a:ext cx="8053439" cy="4066448"/>
          </a:xfrm>
        </p:spPr>
        <p:txBody>
          <a:bodyPr/>
          <a:lstStyle/>
          <a:p>
            <a:pPr marL="0" indent="0">
              <a:buNone/>
            </a:pPr>
            <a:r>
              <a:rPr lang="en-IN" sz="1800" b="1" dirty="0"/>
              <a:t>Agile methodology:</a:t>
            </a:r>
            <a:endParaRPr lang="en-IN" sz="1800" dirty="0"/>
          </a:p>
          <a:p>
            <a:pPr marL="0" indent="0">
              <a:buNone/>
            </a:pPr>
            <a:r>
              <a:rPr lang="en-IN" sz="1800" b="1" dirty="0"/>
              <a:t>Approach:</a:t>
            </a:r>
            <a:r>
              <a:rPr lang="en-IN" sz="1800" dirty="0"/>
              <a:t> Iterative and incremental, focusing on flexibility, collaboration, and responding to change.</a:t>
            </a:r>
          </a:p>
          <a:p>
            <a:pPr marL="0" indent="0">
              <a:buNone/>
            </a:pPr>
            <a:r>
              <a:rPr lang="en-IN" sz="1800" b="1" dirty="0"/>
              <a:t>Key principles:</a:t>
            </a:r>
            <a:r>
              <a:rPr lang="en-IN" sz="1800" dirty="0"/>
              <a:t> Embraces feedback, breaks work into smaller pieces, and uses short, time-boxed cycles (sprints) to deliver value continuously.</a:t>
            </a:r>
          </a:p>
          <a:p>
            <a:pPr marL="0" indent="0">
              <a:buNone/>
            </a:pPr>
            <a:r>
              <a:rPr lang="en-IN" sz="1800" b="1" dirty="0"/>
              <a:t>Popular frameworks:</a:t>
            </a:r>
            <a:r>
              <a:rPr lang="en-IN" sz="1800" dirty="0"/>
              <a:t> Includes Scrum, Kanban, and Lean.</a:t>
            </a:r>
          </a:p>
          <a:p>
            <a:pPr marL="0" indent="0">
              <a:buNone/>
            </a:pPr>
            <a:r>
              <a:rPr lang="en-IN" sz="1800" b="1" dirty="0"/>
              <a:t>Best for:</a:t>
            </a:r>
            <a:r>
              <a:rPr lang="en-IN" sz="1800" dirty="0"/>
              <a:t> Projects where requirements may evolve or change, and where continuous feedback is valuable. </a:t>
            </a:r>
          </a:p>
          <a:p>
            <a:endParaRPr lang="en-IN" dirty="0"/>
          </a:p>
        </p:txBody>
      </p:sp>
    </p:spTree>
    <p:extLst>
      <p:ext uri="{BB962C8B-B14F-4D97-AF65-F5344CB8AC3E}">
        <p14:creationId xmlns:p14="http://schemas.microsoft.com/office/powerpoint/2010/main" val="14744656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F343BD-D87C-C1B0-70B3-087048D7648A}"/>
              </a:ext>
            </a:extLst>
          </p:cNvPr>
          <p:cNvSpPr>
            <a:spLocks noGrp="1"/>
          </p:cNvSpPr>
          <p:nvPr>
            <p:ph idx="1"/>
          </p:nvPr>
        </p:nvSpPr>
        <p:spPr>
          <a:xfrm>
            <a:off x="508001" y="1395567"/>
            <a:ext cx="7094793" cy="3992705"/>
          </a:xfrm>
        </p:spPr>
        <p:txBody>
          <a:bodyPr>
            <a:normAutofit/>
          </a:bodyPr>
          <a:lstStyle/>
          <a:p>
            <a:pPr marL="0" indent="0">
              <a:buNone/>
            </a:pPr>
            <a:r>
              <a:rPr lang="en-US" sz="1800" b="1" dirty="0"/>
              <a:t>Role of BA in Agile:</a:t>
            </a:r>
          </a:p>
          <a:p>
            <a:pPr>
              <a:buClr>
                <a:schemeClr val="tx1"/>
              </a:buClr>
              <a:buFont typeface="Wingdings" panose="05000000000000000000" pitchFamily="2" charset="2"/>
              <a:buChar char="§"/>
            </a:pPr>
            <a:r>
              <a:rPr lang="en-US" sz="1800" dirty="0"/>
              <a:t>Work closely with </a:t>
            </a:r>
            <a:r>
              <a:rPr lang="en-US" sz="1800" b="1" dirty="0"/>
              <a:t>Product Owner and development team</a:t>
            </a:r>
            <a:r>
              <a:rPr lang="en-US" sz="1800" dirty="0"/>
              <a:t>.</a:t>
            </a:r>
          </a:p>
          <a:p>
            <a:pPr>
              <a:buClr>
                <a:schemeClr val="tx1"/>
              </a:buClr>
              <a:buFont typeface="Wingdings" panose="05000000000000000000" pitchFamily="2" charset="2"/>
              <a:buChar char="§"/>
            </a:pPr>
            <a:r>
              <a:rPr lang="en-US" sz="1800" dirty="0"/>
              <a:t>Help write and refine </a:t>
            </a:r>
            <a:r>
              <a:rPr lang="en-US" sz="1800" b="1" dirty="0"/>
              <a:t>user stories</a:t>
            </a:r>
            <a:r>
              <a:rPr lang="en-US" sz="1800" dirty="0"/>
              <a:t> with acceptance criteria.</a:t>
            </a:r>
          </a:p>
          <a:p>
            <a:pPr>
              <a:buClr>
                <a:schemeClr val="tx1"/>
              </a:buClr>
              <a:buFont typeface="Wingdings" panose="05000000000000000000" pitchFamily="2" charset="2"/>
              <a:buChar char="§"/>
            </a:pPr>
            <a:r>
              <a:rPr lang="en-US" sz="1800" dirty="0"/>
              <a:t>Participate in:</a:t>
            </a:r>
          </a:p>
          <a:p>
            <a:pPr lvl="1">
              <a:buClr>
                <a:schemeClr val="tx1"/>
              </a:buClr>
              <a:buFont typeface="Wingdings" panose="05000000000000000000" pitchFamily="2" charset="2"/>
              <a:buChar char="§"/>
            </a:pPr>
            <a:r>
              <a:rPr lang="en-US" sz="1800" dirty="0"/>
              <a:t>Sprint planning</a:t>
            </a:r>
          </a:p>
          <a:p>
            <a:pPr lvl="1">
              <a:buClr>
                <a:schemeClr val="tx1"/>
              </a:buClr>
              <a:buFont typeface="Wingdings" panose="05000000000000000000" pitchFamily="2" charset="2"/>
              <a:buChar char="§"/>
            </a:pPr>
            <a:r>
              <a:rPr lang="en-US" sz="1800" dirty="0"/>
              <a:t>Daily stand-up meetings</a:t>
            </a:r>
          </a:p>
          <a:p>
            <a:pPr lvl="1">
              <a:buClr>
                <a:schemeClr val="tx1"/>
              </a:buClr>
              <a:buFont typeface="Wingdings" panose="05000000000000000000" pitchFamily="2" charset="2"/>
              <a:buChar char="§"/>
            </a:pPr>
            <a:r>
              <a:rPr lang="en-US" sz="1800" dirty="0"/>
              <a:t>Sprint review and retrospective</a:t>
            </a:r>
          </a:p>
          <a:p>
            <a:pPr>
              <a:buClr>
                <a:schemeClr val="tx1"/>
              </a:buClr>
              <a:buFont typeface="Wingdings" panose="05000000000000000000" pitchFamily="2" charset="2"/>
              <a:buChar char="§"/>
            </a:pPr>
            <a:r>
              <a:rPr lang="en-US" sz="1800" dirty="0"/>
              <a:t>Continuously </a:t>
            </a:r>
            <a:r>
              <a:rPr lang="en-US" sz="1800" b="1" dirty="0"/>
              <a:t>prioritize and clarify requirements</a:t>
            </a:r>
            <a:r>
              <a:rPr lang="en-US" sz="1800" dirty="0"/>
              <a:t>.</a:t>
            </a:r>
          </a:p>
          <a:p>
            <a:pPr>
              <a:buClr>
                <a:schemeClr val="tx1"/>
              </a:buClr>
              <a:buFont typeface="Wingdings" panose="05000000000000000000" pitchFamily="2" charset="2"/>
              <a:buChar char="§"/>
            </a:pPr>
            <a:r>
              <a:rPr lang="en-US" sz="1800" dirty="0"/>
              <a:t>Focus more on </a:t>
            </a:r>
            <a:r>
              <a:rPr lang="en-US" sz="1800" b="1" dirty="0"/>
              <a:t>communication and collaboration</a:t>
            </a:r>
            <a:r>
              <a:rPr lang="en-US" sz="1800" dirty="0"/>
              <a:t> than heavy documentation.</a:t>
            </a:r>
          </a:p>
          <a:p>
            <a:endParaRPr lang="en-IN" dirty="0"/>
          </a:p>
        </p:txBody>
      </p:sp>
    </p:spTree>
    <p:extLst>
      <p:ext uri="{BB962C8B-B14F-4D97-AF65-F5344CB8AC3E}">
        <p14:creationId xmlns:p14="http://schemas.microsoft.com/office/powerpoint/2010/main" val="11567296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EF1E72-4B72-650F-0AA6-FBC3E84EA953}"/>
              </a:ext>
            </a:extLst>
          </p:cNvPr>
          <p:cNvSpPr>
            <a:spLocks noGrp="1"/>
          </p:cNvSpPr>
          <p:nvPr>
            <p:ph idx="1"/>
          </p:nvPr>
        </p:nvSpPr>
        <p:spPr>
          <a:xfrm>
            <a:off x="508001" y="1425064"/>
            <a:ext cx="7898580" cy="3963209"/>
          </a:xfrm>
        </p:spPr>
        <p:txBody>
          <a:bodyPr>
            <a:normAutofit/>
          </a:bodyPr>
          <a:lstStyle/>
          <a:p>
            <a:pPr marL="0" indent="0">
              <a:buClr>
                <a:schemeClr val="tx1"/>
              </a:buClr>
              <a:buNone/>
            </a:pPr>
            <a:r>
              <a:rPr lang="en-US" sz="1800" b="1" dirty="0"/>
              <a:t>Advantages</a:t>
            </a:r>
          </a:p>
          <a:p>
            <a:pPr>
              <a:buClr>
                <a:schemeClr val="tx1"/>
              </a:buClr>
              <a:buFont typeface="Wingdings" panose="05000000000000000000" pitchFamily="2" charset="2"/>
              <a:buChar char="§"/>
            </a:pPr>
            <a:r>
              <a:rPr lang="en-US" sz="1800" dirty="0"/>
              <a:t>Very </a:t>
            </a:r>
            <a:r>
              <a:rPr lang="en-US" sz="1800" b="1" dirty="0"/>
              <a:t>flexible</a:t>
            </a:r>
            <a:r>
              <a:rPr lang="en-US" sz="1800" dirty="0"/>
              <a:t> with changing requirements.</a:t>
            </a:r>
          </a:p>
          <a:p>
            <a:pPr>
              <a:buClr>
                <a:schemeClr val="tx1"/>
              </a:buClr>
              <a:buFont typeface="Wingdings" panose="05000000000000000000" pitchFamily="2" charset="2"/>
              <a:buChar char="§"/>
            </a:pPr>
            <a:r>
              <a:rPr lang="en-US" sz="1800" dirty="0"/>
              <a:t>Regular </a:t>
            </a:r>
            <a:r>
              <a:rPr lang="en-US" sz="1800" b="1" dirty="0"/>
              <a:t>feedback</a:t>
            </a:r>
            <a:r>
              <a:rPr lang="en-US" sz="1800" dirty="0"/>
              <a:t> from users.</a:t>
            </a:r>
          </a:p>
          <a:p>
            <a:pPr>
              <a:buClr>
                <a:schemeClr val="tx1"/>
              </a:buClr>
              <a:buFont typeface="Wingdings" panose="05000000000000000000" pitchFamily="2" charset="2"/>
              <a:buChar char="§"/>
            </a:pPr>
            <a:r>
              <a:rPr lang="en-US" sz="1800" dirty="0"/>
              <a:t>Delivers working software </a:t>
            </a:r>
            <a:r>
              <a:rPr lang="en-US" sz="1800" b="1" dirty="0"/>
              <a:t>faster and more frequently</a:t>
            </a:r>
            <a:r>
              <a:rPr lang="en-US" sz="1800" dirty="0"/>
              <a:t>.</a:t>
            </a:r>
          </a:p>
          <a:p>
            <a:pPr marL="0" indent="0">
              <a:buClr>
                <a:schemeClr val="tx1"/>
              </a:buClr>
              <a:buNone/>
            </a:pPr>
            <a:endParaRPr lang="en-US" sz="1800" b="1" dirty="0"/>
          </a:p>
          <a:p>
            <a:pPr marL="0" indent="0">
              <a:buClr>
                <a:schemeClr val="tx1"/>
              </a:buClr>
              <a:buNone/>
            </a:pPr>
            <a:r>
              <a:rPr lang="en-US" sz="1800" b="1" dirty="0"/>
              <a:t>Disadvantages</a:t>
            </a:r>
          </a:p>
          <a:p>
            <a:pPr>
              <a:buClr>
                <a:schemeClr val="tx1"/>
              </a:buClr>
              <a:buFont typeface="Wingdings" panose="05000000000000000000" pitchFamily="2" charset="2"/>
              <a:buChar char="§"/>
            </a:pPr>
            <a:r>
              <a:rPr lang="en-US" sz="1800" dirty="0"/>
              <a:t>Needs high </a:t>
            </a:r>
            <a:r>
              <a:rPr lang="en-US" sz="1800" b="1" dirty="0"/>
              <a:t>team involvement</a:t>
            </a:r>
            <a:r>
              <a:rPr lang="en-US" sz="1800" dirty="0"/>
              <a:t> and collaboration.</a:t>
            </a:r>
          </a:p>
          <a:p>
            <a:pPr>
              <a:buClr>
                <a:schemeClr val="tx1"/>
              </a:buClr>
              <a:buFont typeface="Wingdings" panose="05000000000000000000" pitchFamily="2" charset="2"/>
              <a:buChar char="§"/>
            </a:pPr>
            <a:r>
              <a:rPr lang="en-US" sz="1800" dirty="0"/>
              <a:t>Documentation may be lighter.</a:t>
            </a:r>
          </a:p>
          <a:p>
            <a:pPr>
              <a:buClr>
                <a:schemeClr val="tx1"/>
              </a:buClr>
              <a:buFont typeface="Wingdings" panose="05000000000000000000" pitchFamily="2" charset="2"/>
              <a:buChar char="§"/>
            </a:pPr>
            <a:r>
              <a:rPr lang="en-US" sz="1800" dirty="0"/>
              <a:t>Difficult if stakeholders are not available regularly.</a:t>
            </a:r>
          </a:p>
        </p:txBody>
      </p:sp>
    </p:spTree>
    <p:extLst>
      <p:ext uri="{BB962C8B-B14F-4D97-AF65-F5344CB8AC3E}">
        <p14:creationId xmlns:p14="http://schemas.microsoft.com/office/powerpoint/2010/main" val="31310285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736A6-4011-485D-9D06-5763AA82D0F3}"/>
              </a:ext>
            </a:extLst>
          </p:cNvPr>
          <p:cNvSpPr>
            <a:spLocks noGrp="1"/>
          </p:cNvSpPr>
          <p:nvPr>
            <p:ph type="title"/>
          </p:nvPr>
        </p:nvSpPr>
        <p:spPr>
          <a:xfrm>
            <a:off x="508001" y="1314450"/>
            <a:ext cx="7448754" cy="368710"/>
          </a:xfrm>
        </p:spPr>
        <p:txBody>
          <a:bodyPr>
            <a:normAutofit fontScale="90000"/>
          </a:bodyPr>
          <a:lstStyle/>
          <a:p>
            <a:r>
              <a:rPr lang="en-US" b="1" dirty="0">
                <a:solidFill>
                  <a:schemeClr val="tx1"/>
                </a:solidFill>
              </a:rPr>
              <a:t>Key Differences Between Waterfall and Agile</a:t>
            </a:r>
            <a:endParaRPr lang="en-IN" b="1" dirty="0">
              <a:solidFill>
                <a:schemeClr val="tx1"/>
              </a:solidFill>
            </a:endParaRPr>
          </a:p>
        </p:txBody>
      </p:sp>
      <p:graphicFrame>
        <p:nvGraphicFramePr>
          <p:cNvPr id="11" name="Content Placeholder 10">
            <a:extLst>
              <a:ext uri="{FF2B5EF4-FFF2-40B4-BE49-F238E27FC236}">
                <a16:creationId xmlns:a16="http://schemas.microsoft.com/office/drawing/2014/main" id="{7DEEE857-3925-5196-1BA9-0571D63CB34F}"/>
              </a:ext>
            </a:extLst>
          </p:cNvPr>
          <p:cNvGraphicFramePr>
            <a:graphicFrameLocks noGrp="1"/>
          </p:cNvGraphicFramePr>
          <p:nvPr>
            <p:ph idx="1"/>
            <p:extLst>
              <p:ext uri="{D42A27DB-BD31-4B8C-83A1-F6EECF244321}">
                <p14:modId xmlns:p14="http://schemas.microsoft.com/office/powerpoint/2010/main" val="4228299033"/>
              </p:ext>
            </p:extLst>
          </p:nvPr>
        </p:nvGraphicFramePr>
        <p:xfrm>
          <a:off x="508002" y="1904385"/>
          <a:ext cx="7728973" cy="3849329"/>
        </p:xfrm>
        <a:graphic>
          <a:graphicData uri="http://schemas.openxmlformats.org/drawingml/2006/table">
            <a:tbl>
              <a:tblPr firstRow="1" firstCol="1" bandRow="1">
                <a:tableStyleId>{5C22544A-7EE6-4342-B048-85BDC9FD1C3A}</a:tableStyleId>
              </a:tblPr>
              <a:tblGrid>
                <a:gridCol w="2576324">
                  <a:extLst>
                    <a:ext uri="{9D8B030D-6E8A-4147-A177-3AD203B41FA5}">
                      <a16:colId xmlns:a16="http://schemas.microsoft.com/office/drawing/2014/main" val="3203271808"/>
                    </a:ext>
                  </a:extLst>
                </a:gridCol>
                <a:gridCol w="2576324">
                  <a:extLst>
                    <a:ext uri="{9D8B030D-6E8A-4147-A177-3AD203B41FA5}">
                      <a16:colId xmlns:a16="http://schemas.microsoft.com/office/drawing/2014/main" val="127459139"/>
                    </a:ext>
                  </a:extLst>
                </a:gridCol>
                <a:gridCol w="2576324">
                  <a:extLst>
                    <a:ext uri="{9D8B030D-6E8A-4147-A177-3AD203B41FA5}">
                      <a16:colId xmlns:a16="http://schemas.microsoft.com/office/drawing/2014/main" val="2679576927"/>
                    </a:ext>
                  </a:extLst>
                </a:gridCol>
              </a:tblGrid>
              <a:tr h="604362">
                <a:tc>
                  <a:txBody>
                    <a:bodyPr/>
                    <a:lstStyle/>
                    <a:p>
                      <a:pPr>
                        <a:lnSpc>
                          <a:spcPct val="107000"/>
                        </a:lnSpc>
                        <a:spcAft>
                          <a:spcPts val="800"/>
                        </a:spcAft>
                        <a:buNone/>
                      </a:pPr>
                      <a:r>
                        <a:rPr lang="en-IN" sz="1800" kern="100" dirty="0">
                          <a:solidFill>
                            <a:sysClr val="windowText" lastClr="000000"/>
                          </a:solidFill>
                          <a:effectLst/>
                        </a:rPr>
                        <a:t>Basis</a:t>
                      </a:r>
                      <a:endParaRPr lang="en-IN" sz="18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800" kern="100">
                          <a:solidFill>
                            <a:sysClr val="windowText" lastClr="000000"/>
                          </a:solidFill>
                          <a:effectLst/>
                        </a:rPr>
                        <a:t>Waterfall Model</a:t>
                      </a:r>
                      <a:endParaRPr lang="en-IN" sz="18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800" kern="100" dirty="0">
                          <a:solidFill>
                            <a:sysClr val="windowText" lastClr="000000"/>
                          </a:solidFill>
                          <a:effectLst/>
                        </a:rPr>
                        <a:t>Agile Model</a:t>
                      </a:r>
                      <a:endParaRPr lang="en-IN" sz="18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4585181"/>
                  </a:ext>
                </a:extLst>
              </a:tr>
              <a:tr h="604362">
                <a:tc>
                  <a:txBody>
                    <a:bodyPr/>
                    <a:lstStyle/>
                    <a:p>
                      <a:pPr>
                        <a:lnSpc>
                          <a:spcPct val="107000"/>
                        </a:lnSpc>
                        <a:spcAft>
                          <a:spcPts val="800"/>
                        </a:spcAft>
                        <a:buNone/>
                      </a:pPr>
                      <a:r>
                        <a:rPr lang="en-IN" sz="1800" kern="100" dirty="0">
                          <a:solidFill>
                            <a:sysClr val="windowText" lastClr="000000"/>
                          </a:solidFill>
                          <a:effectLst/>
                        </a:rPr>
                        <a:t>Approach</a:t>
                      </a:r>
                      <a:endParaRPr lang="en-IN" sz="18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800" kern="100">
                          <a:solidFill>
                            <a:sysClr val="windowText" lastClr="000000"/>
                          </a:solidFill>
                          <a:effectLst/>
                        </a:rPr>
                        <a:t>Linear and sequential</a:t>
                      </a:r>
                      <a:endParaRPr lang="en-IN" sz="18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800" kern="100">
                          <a:solidFill>
                            <a:sysClr val="windowText" lastClr="000000"/>
                          </a:solidFill>
                          <a:effectLst/>
                        </a:rPr>
                        <a:t>Iterative and incremental</a:t>
                      </a:r>
                      <a:endParaRPr lang="en-IN" sz="18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6203441"/>
                  </a:ext>
                </a:extLst>
              </a:tr>
              <a:tr h="1466803">
                <a:tc>
                  <a:txBody>
                    <a:bodyPr/>
                    <a:lstStyle/>
                    <a:p>
                      <a:pPr>
                        <a:lnSpc>
                          <a:spcPct val="107000"/>
                        </a:lnSpc>
                        <a:spcAft>
                          <a:spcPts val="800"/>
                        </a:spcAft>
                        <a:buNone/>
                      </a:pPr>
                      <a:r>
                        <a:rPr lang="en-IN" sz="1800" kern="100" dirty="0">
                          <a:solidFill>
                            <a:sysClr val="windowText" lastClr="000000"/>
                          </a:solidFill>
                          <a:effectLst/>
                        </a:rPr>
                        <a:t>Project Phases</a:t>
                      </a:r>
                      <a:endParaRPr lang="en-IN" sz="18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800" kern="100" dirty="0">
                          <a:solidFill>
                            <a:sysClr val="windowText" lastClr="000000"/>
                          </a:solidFill>
                          <a:effectLst/>
                        </a:rPr>
                        <a:t>Fixed phases: Requirements → Design → Development → Testing → Deployment</a:t>
                      </a:r>
                      <a:endParaRPr lang="en-IN" sz="18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800" kern="100" dirty="0">
                          <a:solidFill>
                            <a:sysClr val="windowText" lastClr="000000"/>
                          </a:solidFill>
                          <a:effectLst/>
                        </a:rPr>
                        <a:t>Work done in small cycles called sprints</a:t>
                      </a:r>
                      <a:endParaRPr lang="en-IN" sz="18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6083443"/>
                  </a:ext>
                </a:extLst>
              </a:tr>
              <a:tr h="1176522">
                <a:tc>
                  <a:txBody>
                    <a:bodyPr/>
                    <a:lstStyle/>
                    <a:p>
                      <a:pPr>
                        <a:lnSpc>
                          <a:spcPct val="107000"/>
                        </a:lnSpc>
                        <a:spcAft>
                          <a:spcPts val="800"/>
                        </a:spcAft>
                        <a:buNone/>
                      </a:pPr>
                      <a:r>
                        <a:rPr lang="en-IN" sz="1800" kern="100">
                          <a:solidFill>
                            <a:sysClr val="windowText" lastClr="000000"/>
                          </a:solidFill>
                          <a:effectLst/>
                        </a:rPr>
                        <a:t>Requirements</a:t>
                      </a:r>
                      <a:endParaRPr lang="en-IN" sz="18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800" kern="100">
                          <a:solidFill>
                            <a:sysClr val="windowText" lastClr="000000"/>
                          </a:solidFill>
                          <a:effectLst/>
                        </a:rPr>
                        <a:t>Defined fully at the beginning; changes are difficult later</a:t>
                      </a:r>
                      <a:endParaRPr lang="en-IN" sz="18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800" kern="100" dirty="0">
                          <a:solidFill>
                            <a:sysClr val="windowText" lastClr="000000"/>
                          </a:solidFill>
                          <a:effectLst/>
                        </a:rPr>
                        <a:t>Requirements can change anytime; refined continuously</a:t>
                      </a:r>
                      <a:endParaRPr lang="en-IN" sz="18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96628"/>
                  </a:ext>
                </a:extLst>
              </a:tr>
            </a:tbl>
          </a:graphicData>
        </a:graphic>
      </p:graphicFrame>
    </p:spTree>
    <p:extLst>
      <p:ext uri="{BB962C8B-B14F-4D97-AF65-F5344CB8AC3E}">
        <p14:creationId xmlns:p14="http://schemas.microsoft.com/office/powerpoint/2010/main" val="20994539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5120068-114F-8C08-3D79-25D92DA20222}"/>
              </a:ext>
            </a:extLst>
          </p:cNvPr>
          <p:cNvGraphicFramePr>
            <a:graphicFrameLocks noGrp="1"/>
          </p:cNvGraphicFramePr>
          <p:nvPr>
            <p:ph idx="1"/>
            <p:extLst>
              <p:ext uri="{D42A27DB-BD31-4B8C-83A1-F6EECF244321}">
                <p14:modId xmlns:p14="http://schemas.microsoft.com/office/powerpoint/2010/main" val="644465871"/>
              </p:ext>
            </p:extLst>
          </p:nvPr>
        </p:nvGraphicFramePr>
        <p:xfrm>
          <a:off x="309717" y="1211211"/>
          <a:ext cx="8207476" cy="4663652"/>
        </p:xfrm>
        <a:graphic>
          <a:graphicData uri="http://schemas.openxmlformats.org/drawingml/2006/table">
            <a:tbl>
              <a:tblPr firstRow="1" firstCol="1" bandRow="1">
                <a:tableStyleId>{5C22544A-7EE6-4342-B048-85BDC9FD1C3A}</a:tableStyleId>
              </a:tblPr>
              <a:tblGrid>
                <a:gridCol w="2735825">
                  <a:extLst>
                    <a:ext uri="{9D8B030D-6E8A-4147-A177-3AD203B41FA5}">
                      <a16:colId xmlns:a16="http://schemas.microsoft.com/office/drawing/2014/main" val="3506623331"/>
                    </a:ext>
                  </a:extLst>
                </a:gridCol>
                <a:gridCol w="2735825">
                  <a:extLst>
                    <a:ext uri="{9D8B030D-6E8A-4147-A177-3AD203B41FA5}">
                      <a16:colId xmlns:a16="http://schemas.microsoft.com/office/drawing/2014/main" val="3165426856"/>
                    </a:ext>
                  </a:extLst>
                </a:gridCol>
                <a:gridCol w="2735825">
                  <a:extLst>
                    <a:ext uri="{9D8B030D-6E8A-4147-A177-3AD203B41FA5}">
                      <a16:colId xmlns:a16="http://schemas.microsoft.com/office/drawing/2014/main" val="239056615"/>
                    </a:ext>
                  </a:extLst>
                </a:gridCol>
              </a:tblGrid>
              <a:tr h="490776">
                <a:tc>
                  <a:txBody>
                    <a:bodyPr/>
                    <a:lstStyle/>
                    <a:p>
                      <a:pPr>
                        <a:lnSpc>
                          <a:spcPct val="107000"/>
                        </a:lnSpc>
                        <a:spcAft>
                          <a:spcPts val="800"/>
                        </a:spcAft>
                        <a:buNone/>
                      </a:pPr>
                      <a:r>
                        <a:rPr lang="en-IN" sz="1500" kern="100">
                          <a:solidFill>
                            <a:sysClr val="windowText" lastClr="000000"/>
                          </a:solidFill>
                          <a:effectLst/>
                        </a:rPr>
                        <a:t>Flexibility</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a:solidFill>
                            <a:sysClr val="windowText" lastClr="000000"/>
                          </a:solidFill>
                          <a:effectLst/>
                        </a:rPr>
                        <a:t>Low – not suitable for frequent changes</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a:solidFill>
                            <a:sysClr val="windowText" lastClr="000000"/>
                          </a:solidFill>
                          <a:effectLst/>
                        </a:rPr>
                        <a:t>High – designed to handle changing needs</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0792189"/>
                  </a:ext>
                </a:extLst>
              </a:tr>
              <a:tr h="735521">
                <a:tc>
                  <a:txBody>
                    <a:bodyPr/>
                    <a:lstStyle/>
                    <a:p>
                      <a:pPr>
                        <a:lnSpc>
                          <a:spcPct val="107000"/>
                        </a:lnSpc>
                        <a:spcAft>
                          <a:spcPts val="800"/>
                        </a:spcAft>
                        <a:buNone/>
                      </a:pPr>
                      <a:r>
                        <a:rPr lang="en-IN" sz="1500" kern="100">
                          <a:solidFill>
                            <a:sysClr val="windowText" lastClr="000000"/>
                          </a:solidFill>
                          <a:effectLst/>
                        </a:rPr>
                        <a:t>Customer Involvement</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a:solidFill>
                            <a:sysClr val="windowText" lastClr="000000"/>
                          </a:solidFill>
                          <a:effectLst/>
                        </a:rPr>
                        <a:t>Mainly at start (requirements) and end (delivery)</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a:solidFill>
                            <a:sysClr val="windowText" lastClr="000000"/>
                          </a:solidFill>
                          <a:effectLst/>
                        </a:rPr>
                        <a:t>Continuous involvement in every sprint (reviews, feedback)</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2414975"/>
                  </a:ext>
                </a:extLst>
              </a:tr>
              <a:tr h="695114">
                <a:tc>
                  <a:txBody>
                    <a:bodyPr/>
                    <a:lstStyle/>
                    <a:p>
                      <a:pPr>
                        <a:lnSpc>
                          <a:spcPct val="107000"/>
                        </a:lnSpc>
                        <a:spcAft>
                          <a:spcPts val="800"/>
                        </a:spcAft>
                        <a:buNone/>
                      </a:pPr>
                      <a:r>
                        <a:rPr lang="en-IN" sz="1500" kern="100">
                          <a:solidFill>
                            <a:sysClr val="windowText" lastClr="000000"/>
                          </a:solidFill>
                          <a:effectLst/>
                        </a:rPr>
                        <a:t>Delivery</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a:solidFill>
                            <a:sysClr val="windowText" lastClr="000000"/>
                          </a:solidFill>
                          <a:effectLst/>
                        </a:rPr>
                        <a:t>Final product delivered at the end of the project</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a:solidFill>
                            <a:sysClr val="windowText" lastClr="000000"/>
                          </a:solidFill>
                          <a:effectLst/>
                        </a:rPr>
                        <a:t>Working software delivered frequently (after each sprint)</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0890812"/>
                  </a:ext>
                </a:extLst>
              </a:tr>
              <a:tr h="735521">
                <a:tc>
                  <a:txBody>
                    <a:bodyPr/>
                    <a:lstStyle/>
                    <a:p>
                      <a:pPr>
                        <a:lnSpc>
                          <a:spcPct val="107000"/>
                        </a:lnSpc>
                        <a:spcAft>
                          <a:spcPts val="800"/>
                        </a:spcAft>
                        <a:buNone/>
                      </a:pPr>
                      <a:r>
                        <a:rPr lang="en-IN" sz="1500" kern="100">
                          <a:solidFill>
                            <a:sysClr val="windowText" lastClr="000000"/>
                          </a:solidFill>
                          <a:effectLst/>
                        </a:rPr>
                        <a:t>Documentation</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a:solidFill>
                            <a:sysClr val="windowText" lastClr="000000"/>
                          </a:solidFill>
                          <a:effectLst/>
                        </a:rPr>
                        <a:t>Heavy, detailed documentation (BRD, SRS, etc.)</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a:solidFill>
                            <a:sysClr val="windowText" lastClr="000000"/>
                          </a:solidFill>
                          <a:effectLst/>
                        </a:rPr>
                        <a:t>“Just enough” documentation; more focus on communication</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9244710"/>
                  </a:ext>
                </a:extLst>
              </a:tr>
              <a:tr h="695114">
                <a:tc>
                  <a:txBody>
                    <a:bodyPr/>
                    <a:lstStyle/>
                    <a:p>
                      <a:pPr>
                        <a:lnSpc>
                          <a:spcPct val="107000"/>
                        </a:lnSpc>
                        <a:spcAft>
                          <a:spcPts val="800"/>
                        </a:spcAft>
                        <a:buNone/>
                      </a:pPr>
                      <a:r>
                        <a:rPr lang="en-IN" sz="1500" kern="100">
                          <a:solidFill>
                            <a:sysClr val="windowText" lastClr="000000"/>
                          </a:solidFill>
                          <a:effectLst/>
                        </a:rPr>
                        <a:t>Testing</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a:solidFill>
                            <a:sysClr val="windowText" lastClr="000000"/>
                          </a:solidFill>
                          <a:effectLst/>
                        </a:rPr>
                        <a:t>Testing happens after development is completed</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a:solidFill>
                            <a:sysClr val="windowText" lastClr="000000"/>
                          </a:solidFill>
                          <a:effectLst/>
                        </a:rPr>
                        <a:t>Testing happens within each sprint (early and continuous)</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7577589"/>
                  </a:ext>
                </a:extLst>
              </a:tr>
              <a:tr h="735521">
                <a:tc>
                  <a:txBody>
                    <a:bodyPr/>
                    <a:lstStyle/>
                    <a:p>
                      <a:pPr>
                        <a:lnSpc>
                          <a:spcPct val="107000"/>
                        </a:lnSpc>
                        <a:spcAft>
                          <a:spcPts val="800"/>
                        </a:spcAft>
                        <a:buNone/>
                      </a:pPr>
                      <a:r>
                        <a:rPr lang="en-IN" sz="1500" kern="100">
                          <a:solidFill>
                            <a:sysClr val="windowText" lastClr="000000"/>
                          </a:solidFill>
                          <a:effectLst/>
                        </a:rPr>
                        <a:t>Risk Handling</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a:solidFill>
                            <a:sysClr val="windowText" lastClr="000000"/>
                          </a:solidFill>
                          <a:effectLst/>
                        </a:rPr>
                        <a:t>Risks discovered late (towards testing/implementation)</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a:solidFill>
                            <a:sysClr val="windowText" lastClr="000000"/>
                          </a:solidFill>
                          <a:effectLst/>
                        </a:rPr>
                        <a:t>Risks identified and handled early in each iteration</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3027404"/>
                  </a:ext>
                </a:extLst>
              </a:tr>
              <a:tr h="695114">
                <a:tc>
                  <a:txBody>
                    <a:bodyPr/>
                    <a:lstStyle/>
                    <a:p>
                      <a:pPr>
                        <a:lnSpc>
                          <a:spcPct val="107000"/>
                        </a:lnSpc>
                        <a:spcAft>
                          <a:spcPts val="800"/>
                        </a:spcAft>
                        <a:buNone/>
                      </a:pPr>
                      <a:r>
                        <a:rPr lang="en-IN" sz="1500" kern="100">
                          <a:solidFill>
                            <a:sysClr val="windowText" lastClr="000000"/>
                          </a:solidFill>
                          <a:effectLst/>
                        </a:rPr>
                        <a:t>Best Suited For</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a:solidFill>
                            <a:sysClr val="windowText" lastClr="000000"/>
                          </a:solidFill>
                          <a:effectLst/>
                        </a:rPr>
                        <a:t>Projects with clear, stable requirements</a:t>
                      </a:r>
                      <a:endParaRPr lang="en-IN" sz="15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1500" kern="100" dirty="0">
                          <a:solidFill>
                            <a:sysClr val="windowText" lastClr="000000"/>
                          </a:solidFill>
                          <a:effectLst/>
                        </a:rPr>
                        <a:t>Projects with uncertain or changing requirements</a:t>
                      </a:r>
                      <a:endParaRPr lang="en-IN" sz="15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4" marR="7144" marT="7144"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1469192"/>
                  </a:ext>
                </a:extLst>
              </a:tr>
            </a:tbl>
          </a:graphicData>
        </a:graphic>
      </p:graphicFrame>
    </p:spTree>
    <p:extLst>
      <p:ext uri="{BB962C8B-B14F-4D97-AF65-F5344CB8AC3E}">
        <p14:creationId xmlns:p14="http://schemas.microsoft.com/office/powerpoint/2010/main" val="7136987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AB87A-C9F4-7190-CEC6-D6592FF145CD}"/>
              </a:ext>
            </a:extLst>
          </p:cNvPr>
          <p:cNvSpPr>
            <a:spLocks noGrp="1"/>
          </p:cNvSpPr>
          <p:nvPr>
            <p:ph type="title"/>
          </p:nvPr>
        </p:nvSpPr>
        <p:spPr>
          <a:xfrm>
            <a:off x="508001" y="1314451"/>
            <a:ext cx="6447501" cy="530942"/>
          </a:xfrm>
        </p:spPr>
        <p:txBody>
          <a:bodyPr>
            <a:normAutofit fontScale="90000"/>
          </a:bodyPr>
          <a:lstStyle/>
          <a:p>
            <a:r>
              <a:rPr lang="en-IN" b="1" dirty="0">
                <a:solidFill>
                  <a:schemeClr val="tx1"/>
                </a:solidFill>
              </a:rPr>
              <a:t>When to Use Waterfall</a:t>
            </a:r>
          </a:p>
        </p:txBody>
      </p:sp>
      <p:sp>
        <p:nvSpPr>
          <p:cNvPr id="3" name="Content Placeholder 2">
            <a:extLst>
              <a:ext uri="{FF2B5EF4-FFF2-40B4-BE49-F238E27FC236}">
                <a16:creationId xmlns:a16="http://schemas.microsoft.com/office/drawing/2014/main" id="{22FFD544-90C2-A5D2-2675-470010D2F172}"/>
              </a:ext>
            </a:extLst>
          </p:cNvPr>
          <p:cNvSpPr>
            <a:spLocks noGrp="1"/>
          </p:cNvSpPr>
          <p:nvPr>
            <p:ph idx="1"/>
          </p:nvPr>
        </p:nvSpPr>
        <p:spPr>
          <a:xfrm>
            <a:off x="508000" y="1904386"/>
            <a:ext cx="7389761" cy="3746090"/>
          </a:xfrm>
        </p:spPr>
        <p:txBody>
          <a:bodyPr>
            <a:normAutofit/>
          </a:bodyPr>
          <a:lstStyle/>
          <a:p>
            <a:pPr>
              <a:buClr>
                <a:schemeClr val="tx1"/>
              </a:buClr>
              <a:buFont typeface="Wingdings" panose="05000000000000000000" pitchFamily="2" charset="2"/>
              <a:buChar char="§"/>
            </a:pPr>
            <a:r>
              <a:rPr lang="en-US" sz="1800" b="1" dirty="0"/>
              <a:t>Requirements are clear and stable:</a:t>
            </a:r>
            <a:r>
              <a:rPr lang="en-US" sz="1800" dirty="0"/>
              <a:t> The project has a well-defined scope from the start.</a:t>
            </a:r>
          </a:p>
          <a:p>
            <a:pPr>
              <a:buClr>
                <a:schemeClr val="tx1"/>
              </a:buClr>
              <a:buFont typeface="Wingdings" panose="05000000000000000000" pitchFamily="2" charset="2"/>
              <a:buChar char="§"/>
            </a:pPr>
            <a:r>
              <a:rPr lang="en-US" sz="1800" b="1" dirty="0"/>
              <a:t>The project is straightforward and uncomplicated:</a:t>
            </a:r>
            <a:r>
              <a:rPr lang="en-US" sz="1800" dirty="0"/>
              <a:t> A linear approach works well for simple projects with no unknowns.</a:t>
            </a:r>
          </a:p>
          <a:p>
            <a:pPr>
              <a:buClr>
                <a:schemeClr val="tx1"/>
              </a:buClr>
              <a:buFont typeface="Wingdings" panose="05000000000000000000" pitchFamily="2" charset="2"/>
              <a:buChar char="§"/>
            </a:pPr>
            <a:r>
              <a:rPr lang="en-US" sz="1800" b="1" dirty="0"/>
              <a:t>Strict documentation and regulatory compliance are required:</a:t>
            </a:r>
            <a:r>
              <a:rPr lang="en-US" sz="1800" dirty="0"/>
              <a:t> Waterfall's structured phases support thorough documentation needs.</a:t>
            </a:r>
          </a:p>
          <a:p>
            <a:pPr>
              <a:buClr>
                <a:schemeClr val="tx1"/>
              </a:buClr>
              <a:buFont typeface="Wingdings" panose="05000000000000000000" pitchFamily="2" charset="2"/>
              <a:buChar char="§"/>
            </a:pPr>
            <a:r>
              <a:rPr lang="en-US" sz="1800" b="1" dirty="0"/>
              <a:t>Customer involvement is limited:</a:t>
            </a:r>
            <a:r>
              <a:rPr lang="en-US" sz="1800" dirty="0"/>
              <a:t> It's best when client input is primarily at the beginning and end of the project.</a:t>
            </a:r>
          </a:p>
          <a:p>
            <a:pPr>
              <a:buClr>
                <a:schemeClr val="tx1"/>
              </a:buClr>
              <a:buFont typeface="Wingdings" panose="05000000000000000000" pitchFamily="2" charset="2"/>
              <a:buChar char="§"/>
            </a:pPr>
            <a:r>
              <a:rPr lang="en-US" sz="1800" b="1" dirty="0"/>
              <a:t>A fixed schedule and budget are the main drivers:</a:t>
            </a:r>
            <a:r>
              <a:rPr lang="en-US" sz="1800" dirty="0"/>
              <a:t> Its structure allows for a clear, upfront plan for costs and timelines. </a:t>
            </a:r>
          </a:p>
        </p:txBody>
      </p:sp>
    </p:spTree>
    <p:extLst>
      <p:ext uri="{BB962C8B-B14F-4D97-AF65-F5344CB8AC3E}">
        <p14:creationId xmlns:p14="http://schemas.microsoft.com/office/powerpoint/2010/main" val="8739547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D8F55-428D-2DCC-3722-A30061CEE5A1}"/>
              </a:ext>
            </a:extLst>
          </p:cNvPr>
          <p:cNvSpPr>
            <a:spLocks noGrp="1"/>
          </p:cNvSpPr>
          <p:nvPr>
            <p:ph type="title"/>
          </p:nvPr>
        </p:nvSpPr>
        <p:spPr>
          <a:xfrm>
            <a:off x="508001" y="1193197"/>
            <a:ext cx="6447501" cy="553064"/>
          </a:xfrm>
        </p:spPr>
        <p:txBody>
          <a:bodyPr>
            <a:normAutofit fontScale="90000"/>
          </a:bodyPr>
          <a:lstStyle/>
          <a:p>
            <a:r>
              <a:rPr lang="en-IN" b="1" dirty="0">
                <a:solidFill>
                  <a:schemeClr val="tx1"/>
                </a:solidFill>
              </a:rPr>
              <a:t>When to Use Agile</a:t>
            </a:r>
          </a:p>
        </p:txBody>
      </p:sp>
      <p:sp>
        <p:nvSpPr>
          <p:cNvPr id="3" name="Content Placeholder 2">
            <a:extLst>
              <a:ext uri="{FF2B5EF4-FFF2-40B4-BE49-F238E27FC236}">
                <a16:creationId xmlns:a16="http://schemas.microsoft.com/office/drawing/2014/main" id="{DF711197-5A43-C361-21C1-BF37AE15B761}"/>
              </a:ext>
            </a:extLst>
          </p:cNvPr>
          <p:cNvSpPr>
            <a:spLocks noGrp="1"/>
          </p:cNvSpPr>
          <p:nvPr>
            <p:ph idx="1"/>
          </p:nvPr>
        </p:nvSpPr>
        <p:spPr>
          <a:xfrm>
            <a:off x="508000" y="1830644"/>
            <a:ext cx="8075561" cy="3760838"/>
          </a:xfrm>
        </p:spPr>
        <p:txBody>
          <a:bodyPr>
            <a:normAutofit/>
          </a:bodyPr>
          <a:lstStyle/>
          <a:p>
            <a:pPr>
              <a:buClr>
                <a:schemeClr val="tx1"/>
              </a:buClr>
              <a:buFont typeface="Wingdings" panose="05000000000000000000" pitchFamily="2" charset="2"/>
              <a:buChar char="§"/>
            </a:pPr>
            <a:r>
              <a:rPr lang="en-US" sz="1800" b="1" dirty="0"/>
              <a:t>Requirements are likely to change:</a:t>
            </a:r>
            <a:r>
              <a:rPr lang="en-US" sz="1800" dirty="0"/>
              <a:t> </a:t>
            </a:r>
            <a:r>
              <a:rPr lang="en-US" sz="1800" dirty="0" err="1"/>
              <a:t>Agile's</a:t>
            </a:r>
            <a:r>
              <a:rPr lang="en-US" sz="1800" dirty="0"/>
              <a:t> flexible, iterative approach is ideal for projects with evolving needs.</a:t>
            </a:r>
          </a:p>
          <a:p>
            <a:pPr>
              <a:buClr>
                <a:schemeClr val="tx1"/>
              </a:buClr>
              <a:buFont typeface="Wingdings" panose="05000000000000000000" pitchFamily="2" charset="2"/>
              <a:buChar char="§"/>
            </a:pPr>
            <a:r>
              <a:rPr lang="en-US" sz="1800" b="1" dirty="0"/>
              <a:t>Fast delivery is a priority:</a:t>
            </a:r>
            <a:r>
              <a:rPr lang="en-US" sz="1800" dirty="0"/>
              <a:t> It allows for incremental releases of functional parts of the product.</a:t>
            </a:r>
          </a:p>
          <a:p>
            <a:pPr>
              <a:buClr>
                <a:schemeClr val="tx1"/>
              </a:buClr>
              <a:buFont typeface="Wingdings" panose="05000000000000000000" pitchFamily="2" charset="2"/>
              <a:buChar char="§"/>
            </a:pPr>
            <a:r>
              <a:rPr lang="en-US" sz="1800" b="1" dirty="0"/>
              <a:t>Customer feedback is crucial:</a:t>
            </a:r>
            <a:r>
              <a:rPr lang="en-US" sz="1800" dirty="0"/>
              <a:t> The methodology builds in continuous collaboration and feedback loops.</a:t>
            </a:r>
          </a:p>
          <a:p>
            <a:pPr>
              <a:buClr>
                <a:schemeClr val="tx1"/>
              </a:buClr>
              <a:buFont typeface="Wingdings" panose="05000000000000000000" pitchFamily="2" charset="2"/>
              <a:buChar char="§"/>
            </a:pPr>
            <a:r>
              <a:rPr lang="en-US" sz="1800" b="1" dirty="0"/>
              <a:t>The project is complex or uncertain:</a:t>
            </a:r>
            <a:r>
              <a:rPr lang="en-US" sz="1800" dirty="0"/>
              <a:t> It accommodates innovation and emerging technologies by allowing for rapid iterations.</a:t>
            </a:r>
          </a:p>
          <a:p>
            <a:pPr>
              <a:buClr>
                <a:schemeClr val="tx1"/>
              </a:buClr>
              <a:buFont typeface="Wingdings" panose="05000000000000000000" pitchFamily="2" charset="2"/>
              <a:buChar char="§"/>
            </a:pPr>
            <a:r>
              <a:rPr lang="en-US" sz="1800" b="1" dirty="0"/>
              <a:t>Cross-functional teams work collaboratively:</a:t>
            </a:r>
            <a:r>
              <a:rPr lang="en-US" sz="1800" dirty="0"/>
              <a:t> Agile thrives when developers, designers, and testers work together in cycles. </a:t>
            </a:r>
          </a:p>
          <a:p>
            <a:endParaRPr lang="en-IN" dirty="0"/>
          </a:p>
        </p:txBody>
      </p:sp>
    </p:spTree>
    <p:extLst>
      <p:ext uri="{BB962C8B-B14F-4D97-AF65-F5344CB8AC3E}">
        <p14:creationId xmlns:p14="http://schemas.microsoft.com/office/powerpoint/2010/main" val="29525365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EC96E-CBAB-0651-6F45-F6C0E71AD3F7}"/>
              </a:ext>
            </a:extLst>
          </p:cNvPr>
          <p:cNvSpPr>
            <a:spLocks noGrp="1"/>
          </p:cNvSpPr>
          <p:nvPr>
            <p:ph type="title"/>
          </p:nvPr>
        </p:nvSpPr>
        <p:spPr>
          <a:xfrm>
            <a:off x="508001" y="1314450"/>
            <a:ext cx="6718710" cy="457200"/>
          </a:xfrm>
        </p:spPr>
        <p:txBody>
          <a:bodyPr>
            <a:normAutofit fontScale="90000"/>
          </a:bodyPr>
          <a:lstStyle/>
          <a:p>
            <a:r>
              <a:rPr lang="en-US" b="1" dirty="0">
                <a:solidFill>
                  <a:schemeClr val="tx1"/>
                </a:solidFill>
              </a:rPr>
              <a:t>Stakeholder management</a:t>
            </a:r>
            <a:endParaRPr lang="en-IN" b="1" dirty="0">
              <a:solidFill>
                <a:schemeClr val="tx1"/>
              </a:solidFill>
            </a:endParaRPr>
          </a:p>
        </p:txBody>
      </p:sp>
      <p:sp>
        <p:nvSpPr>
          <p:cNvPr id="3" name="Content Placeholder 2">
            <a:extLst>
              <a:ext uri="{FF2B5EF4-FFF2-40B4-BE49-F238E27FC236}">
                <a16:creationId xmlns:a16="http://schemas.microsoft.com/office/drawing/2014/main" id="{CA8FB259-257A-FBA4-9827-46FBE5A16DF9}"/>
              </a:ext>
            </a:extLst>
          </p:cNvPr>
          <p:cNvSpPr>
            <a:spLocks noGrp="1"/>
          </p:cNvSpPr>
          <p:nvPr>
            <p:ph idx="1"/>
          </p:nvPr>
        </p:nvSpPr>
        <p:spPr>
          <a:xfrm>
            <a:off x="508000" y="2000251"/>
            <a:ext cx="7795342" cy="3753464"/>
          </a:xfrm>
        </p:spPr>
        <p:txBody>
          <a:bodyPr>
            <a:normAutofit/>
          </a:bodyPr>
          <a:lstStyle/>
          <a:p>
            <a:pPr marL="0" indent="0">
              <a:buNone/>
            </a:pPr>
            <a:r>
              <a:rPr lang="en-US" sz="1800" dirty="0"/>
              <a:t>Stakeholder management is the process of identifying, analyzing, and engaging with individuals, groups, or organizations that can affect or are affected by a project or business. Its goal is to manage stakeholders' interests and expectations to ensure the initiative's success by building positive relationships and trust. This involves communication, understanding their needs, and managing expectations to achieve the project's objectives.</a:t>
            </a:r>
            <a:endParaRPr lang="en-IN" sz="1800" dirty="0"/>
          </a:p>
        </p:txBody>
      </p:sp>
    </p:spTree>
    <p:extLst>
      <p:ext uri="{BB962C8B-B14F-4D97-AF65-F5344CB8AC3E}">
        <p14:creationId xmlns:p14="http://schemas.microsoft.com/office/powerpoint/2010/main" val="24629193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F1B9B-3DAB-0397-F8A1-18C27DE6BC7E}"/>
              </a:ext>
            </a:extLst>
          </p:cNvPr>
          <p:cNvSpPr>
            <a:spLocks noGrp="1"/>
          </p:cNvSpPr>
          <p:nvPr>
            <p:ph type="title"/>
          </p:nvPr>
        </p:nvSpPr>
        <p:spPr>
          <a:xfrm>
            <a:off x="508001" y="1314450"/>
            <a:ext cx="6447501" cy="508820"/>
          </a:xfrm>
        </p:spPr>
        <p:txBody>
          <a:bodyPr>
            <a:normAutofit fontScale="90000"/>
          </a:bodyPr>
          <a:lstStyle/>
          <a:p>
            <a:r>
              <a:rPr lang="en-US" b="1" dirty="0">
                <a:solidFill>
                  <a:schemeClr val="tx1"/>
                </a:solidFill>
              </a:rPr>
              <a:t>The Benefits of Stakeholder Management</a:t>
            </a:r>
            <a:br>
              <a:rPr lang="en-US" b="1" dirty="0"/>
            </a:br>
            <a:endParaRPr lang="en-IN" dirty="0"/>
          </a:p>
        </p:txBody>
      </p:sp>
      <p:sp>
        <p:nvSpPr>
          <p:cNvPr id="3" name="Content Placeholder 2">
            <a:extLst>
              <a:ext uri="{FF2B5EF4-FFF2-40B4-BE49-F238E27FC236}">
                <a16:creationId xmlns:a16="http://schemas.microsoft.com/office/drawing/2014/main" id="{7A9E72E8-73C1-4CB0-85E8-7DAD73E27C00}"/>
              </a:ext>
            </a:extLst>
          </p:cNvPr>
          <p:cNvSpPr>
            <a:spLocks noGrp="1"/>
          </p:cNvSpPr>
          <p:nvPr>
            <p:ph idx="1"/>
          </p:nvPr>
        </p:nvSpPr>
        <p:spPr>
          <a:xfrm>
            <a:off x="508000" y="1882264"/>
            <a:ext cx="8097683" cy="3738716"/>
          </a:xfrm>
        </p:spPr>
        <p:txBody>
          <a:bodyPr>
            <a:normAutofit fontScale="77500" lnSpcReduction="20000"/>
          </a:bodyPr>
          <a:lstStyle/>
          <a:p>
            <a:pPr marL="0" indent="0">
              <a:buNone/>
            </a:pPr>
            <a:r>
              <a:rPr lang="en-US" dirty="0">
                <a:solidFill>
                  <a:schemeClr val="tx1"/>
                </a:solidFill>
              </a:rPr>
              <a:t>Effective stakeholder management leads to improve project success by ensuring clearer communication, managing expectations, and fostering stronger relationships.</a:t>
            </a:r>
          </a:p>
          <a:p>
            <a:pPr marL="0" indent="0">
              <a:buNone/>
            </a:pPr>
            <a:r>
              <a:rPr lang="en-IN" sz="1500" b="1" dirty="0"/>
              <a:t>Project and operational benefits</a:t>
            </a:r>
            <a:endParaRPr lang="en-IN" sz="1500" dirty="0"/>
          </a:p>
          <a:p>
            <a:pPr lvl="0">
              <a:buClr>
                <a:schemeClr val="tx1"/>
              </a:buClr>
              <a:buFont typeface="Wingdings" panose="05000000000000000000" pitchFamily="2" charset="2"/>
              <a:buChar char="§"/>
            </a:pPr>
            <a:r>
              <a:rPr lang="en-IN" b="1" dirty="0">
                <a:solidFill>
                  <a:schemeClr val="tx1"/>
                </a:solidFill>
              </a:rPr>
              <a:t>Increases project success:</a:t>
            </a:r>
            <a:r>
              <a:rPr lang="en-IN" dirty="0">
                <a:solidFill>
                  <a:schemeClr val="tx1"/>
                </a:solidFill>
              </a:rPr>
              <a:t> Involving stakeholders early and often helps to ensure project requirements are fully understood and accepted, increasing the likelihood of a successful outcome.</a:t>
            </a:r>
          </a:p>
          <a:p>
            <a:pPr lvl="0">
              <a:buClr>
                <a:schemeClr val="tx1"/>
              </a:buClr>
              <a:buFont typeface="Wingdings" panose="05000000000000000000" pitchFamily="2" charset="2"/>
              <a:buChar char="§"/>
            </a:pPr>
            <a:r>
              <a:rPr lang="en-IN" b="1" dirty="0">
                <a:solidFill>
                  <a:schemeClr val="tx1"/>
                </a:solidFill>
              </a:rPr>
              <a:t>Manages and mitigates risk:</a:t>
            </a:r>
            <a:r>
              <a:rPr lang="en-IN" dirty="0">
                <a:solidFill>
                  <a:schemeClr val="tx1"/>
                </a:solidFill>
              </a:rPr>
              <a:t> Identifying stakeholders and their concerns early allows for the development of risk management strategies and helps prevent delays and disruptions.</a:t>
            </a:r>
          </a:p>
          <a:p>
            <a:pPr lvl="0">
              <a:buClr>
                <a:schemeClr val="tx1"/>
              </a:buClr>
              <a:buFont typeface="Wingdings" panose="05000000000000000000" pitchFamily="2" charset="2"/>
              <a:buChar char="§"/>
            </a:pPr>
            <a:r>
              <a:rPr lang="en-IN" b="1" dirty="0">
                <a:solidFill>
                  <a:schemeClr val="tx1"/>
                </a:solidFill>
              </a:rPr>
              <a:t>Improves decision-making:</a:t>
            </a:r>
            <a:r>
              <a:rPr lang="en-IN" dirty="0">
                <a:solidFill>
                  <a:schemeClr val="tx1"/>
                </a:solidFill>
              </a:rPr>
              <a:t> A clear understanding of stakeholders, their needs, and their resources enables more effective stewardship of time and financial resources.</a:t>
            </a:r>
          </a:p>
          <a:p>
            <a:pPr lvl="0">
              <a:buClr>
                <a:schemeClr val="tx1"/>
              </a:buClr>
              <a:buFont typeface="Wingdings" panose="05000000000000000000" pitchFamily="2" charset="2"/>
              <a:buChar char="§"/>
            </a:pPr>
            <a:r>
              <a:rPr lang="en-IN" b="1" dirty="0">
                <a:solidFill>
                  <a:schemeClr val="tx1"/>
                </a:solidFill>
              </a:rPr>
              <a:t>Boosts engagement and motivation:</a:t>
            </a:r>
            <a:r>
              <a:rPr lang="en-IN" dirty="0">
                <a:solidFill>
                  <a:schemeClr val="tx1"/>
                </a:solidFill>
              </a:rPr>
              <a:t> Clarifying roles and expectations encourages more active and effective participation from stakeholders.</a:t>
            </a:r>
          </a:p>
          <a:p>
            <a:pPr lvl="0">
              <a:buClr>
                <a:schemeClr val="tx1"/>
              </a:buClr>
              <a:buFont typeface="Wingdings" panose="05000000000000000000" pitchFamily="2" charset="2"/>
              <a:buChar char="§"/>
            </a:pPr>
            <a:r>
              <a:rPr lang="en-IN" b="1" dirty="0">
                <a:solidFill>
                  <a:schemeClr val="tx1"/>
                </a:solidFill>
              </a:rPr>
              <a:t>Fosters collaboration:</a:t>
            </a:r>
            <a:r>
              <a:rPr lang="en-IN" dirty="0">
                <a:solidFill>
                  <a:schemeClr val="tx1"/>
                </a:solidFill>
              </a:rPr>
              <a:t> Communication and collaboration are improved when an organization understands stakeholder preferences and roles, leading to greater efficiency. </a:t>
            </a:r>
          </a:p>
          <a:p>
            <a:endParaRPr lang="en-IN" dirty="0"/>
          </a:p>
        </p:txBody>
      </p:sp>
    </p:spTree>
    <p:extLst>
      <p:ext uri="{BB962C8B-B14F-4D97-AF65-F5344CB8AC3E}">
        <p14:creationId xmlns:p14="http://schemas.microsoft.com/office/powerpoint/2010/main" val="40517625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3DDB3F-BE7C-01C9-77B6-E60519172F82}"/>
              </a:ext>
            </a:extLst>
          </p:cNvPr>
          <p:cNvSpPr>
            <a:spLocks noGrp="1"/>
          </p:cNvSpPr>
          <p:nvPr>
            <p:ph idx="1"/>
          </p:nvPr>
        </p:nvSpPr>
        <p:spPr>
          <a:xfrm>
            <a:off x="471130" y="1473206"/>
            <a:ext cx="7736348" cy="3911589"/>
          </a:xfrm>
        </p:spPr>
        <p:txBody>
          <a:bodyPr>
            <a:normAutofit fontScale="85000" lnSpcReduction="20000"/>
          </a:bodyPr>
          <a:lstStyle/>
          <a:p>
            <a:pPr marL="0" indent="0">
              <a:buNone/>
            </a:pPr>
            <a:r>
              <a:rPr lang="en-IN" sz="1500" b="1" dirty="0"/>
              <a:t>Relationship</a:t>
            </a:r>
            <a:r>
              <a:rPr lang="en-IN" b="1" dirty="0">
                <a:solidFill>
                  <a:schemeClr val="tx1"/>
                </a:solidFill>
              </a:rPr>
              <a:t> </a:t>
            </a:r>
            <a:r>
              <a:rPr lang="en-IN" sz="1500" b="1" dirty="0"/>
              <a:t>and trust benefits</a:t>
            </a:r>
          </a:p>
          <a:p>
            <a:pPr lvl="0">
              <a:buClr>
                <a:schemeClr val="tx1"/>
              </a:buClr>
              <a:buFont typeface="Wingdings" panose="05000000000000000000" pitchFamily="2" charset="2"/>
              <a:buChar char="§"/>
            </a:pPr>
            <a:r>
              <a:rPr lang="en-IN" b="1" dirty="0">
                <a:solidFill>
                  <a:schemeClr val="tx1"/>
                </a:solidFill>
              </a:rPr>
              <a:t>Builds trust and confidence:</a:t>
            </a:r>
            <a:r>
              <a:rPr lang="en-IN" dirty="0">
                <a:solidFill>
                  <a:schemeClr val="tx1"/>
                </a:solidFill>
              </a:rPr>
              <a:t> Transparent and clear communication demonstrates a commitment to stakeholders' needs and builds trust.</a:t>
            </a:r>
          </a:p>
          <a:p>
            <a:pPr lvl="0">
              <a:buClr>
                <a:schemeClr val="tx1"/>
              </a:buClr>
              <a:buFont typeface="Wingdings" panose="05000000000000000000" pitchFamily="2" charset="2"/>
              <a:buChar char="§"/>
            </a:pPr>
            <a:r>
              <a:rPr lang="en-IN" b="1" dirty="0">
                <a:solidFill>
                  <a:schemeClr val="tx1"/>
                </a:solidFill>
              </a:rPr>
              <a:t>Strengthens relationships:</a:t>
            </a:r>
            <a:r>
              <a:rPr lang="en-IN" dirty="0">
                <a:solidFill>
                  <a:schemeClr val="tx1"/>
                </a:solidFill>
              </a:rPr>
              <a:t> Proactive engagement helps to build and maintain strong relationships with all parties involved.</a:t>
            </a:r>
          </a:p>
          <a:p>
            <a:pPr lvl="0">
              <a:buClr>
                <a:schemeClr val="tx1"/>
              </a:buClr>
              <a:buFont typeface="Wingdings" panose="05000000000000000000" pitchFamily="2" charset="2"/>
              <a:buChar char="§"/>
            </a:pPr>
            <a:r>
              <a:rPr lang="en-IN" b="1" dirty="0">
                <a:solidFill>
                  <a:schemeClr val="tx1"/>
                </a:solidFill>
              </a:rPr>
              <a:t>Manages expectations:</a:t>
            </a:r>
            <a:r>
              <a:rPr lang="en-IN" dirty="0">
                <a:solidFill>
                  <a:schemeClr val="tx1"/>
                </a:solidFill>
              </a:rPr>
              <a:t> A structured approach ensures that stakeholder expectations are managed realistically, which increases satisfaction. </a:t>
            </a:r>
          </a:p>
          <a:p>
            <a:pPr marL="0" indent="0">
              <a:buNone/>
            </a:pPr>
            <a:r>
              <a:rPr lang="en-IN" sz="1500" b="1" dirty="0"/>
              <a:t>Strategic and competitive benefits</a:t>
            </a:r>
            <a:endParaRPr lang="en-IN" sz="1500" dirty="0"/>
          </a:p>
          <a:p>
            <a:pPr>
              <a:buClr>
                <a:schemeClr val="tx1"/>
              </a:buClr>
              <a:buFont typeface="Wingdings" panose="05000000000000000000" pitchFamily="2" charset="2"/>
              <a:buChar char="§"/>
            </a:pPr>
            <a:r>
              <a:rPr lang="en-IN" b="1" dirty="0">
                <a:solidFill>
                  <a:schemeClr val="tx1"/>
                </a:solidFill>
              </a:rPr>
              <a:t>Provides a competitive advantage: </a:t>
            </a:r>
            <a:r>
              <a:rPr lang="en-IN" dirty="0">
                <a:solidFill>
                  <a:schemeClr val="tx1"/>
                </a:solidFill>
              </a:rPr>
              <a:t>Understanding stakeholder interests can uncover opportunities for innovation and provide a competitive edge.</a:t>
            </a:r>
          </a:p>
          <a:p>
            <a:pPr>
              <a:buClr>
                <a:schemeClr val="tx1"/>
              </a:buClr>
              <a:buFont typeface="Wingdings" panose="05000000000000000000" pitchFamily="2" charset="2"/>
              <a:buChar char="§"/>
            </a:pPr>
            <a:r>
              <a:rPr lang="en-IN" b="1" dirty="0">
                <a:solidFill>
                  <a:schemeClr val="tx1"/>
                </a:solidFill>
              </a:rPr>
              <a:t>Enhances reputation: </a:t>
            </a:r>
            <a:r>
              <a:rPr lang="en-IN" dirty="0">
                <a:solidFill>
                  <a:schemeClr val="tx1"/>
                </a:solidFill>
              </a:rPr>
              <a:t>Proactively managing stakeholder relationships can improve a company's reputation and develop a social license to operate.</a:t>
            </a:r>
          </a:p>
          <a:p>
            <a:pPr>
              <a:buClr>
                <a:schemeClr val="tx1"/>
              </a:buClr>
              <a:buFont typeface="Wingdings" panose="05000000000000000000" pitchFamily="2" charset="2"/>
              <a:buChar char="§"/>
            </a:pPr>
            <a:r>
              <a:rPr lang="en-IN" b="1" dirty="0">
                <a:solidFill>
                  <a:schemeClr val="tx1"/>
                </a:solidFill>
              </a:rPr>
              <a:t>Offers "business intelligence": </a:t>
            </a:r>
            <a:r>
              <a:rPr lang="en-IN" dirty="0">
                <a:solidFill>
                  <a:schemeClr val="tx1"/>
                </a:solidFill>
              </a:rPr>
              <a:t>Insights from stakeholders about their needs can lead to new product or service ideas and identify areas for cost reduction or value maximization</a:t>
            </a:r>
            <a:r>
              <a:rPr lang="en-IN" b="1" dirty="0">
                <a:solidFill>
                  <a:schemeClr val="tx1"/>
                </a:solidFill>
              </a:rPr>
              <a:t>. </a:t>
            </a:r>
          </a:p>
          <a:p>
            <a:endParaRPr lang="en-IN" dirty="0"/>
          </a:p>
        </p:txBody>
      </p:sp>
    </p:spTree>
    <p:extLst>
      <p:ext uri="{BB962C8B-B14F-4D97-AF65-F5344CB8AC3E}">
        <p14:creationId xmlns:p14="http://schemas.microsoft.com/office/powerpoint/2010/main" val="32777647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94F2-74FD-56D0-E2FD-D6B16756A8F9}"/>
              </a:ext>
            </a:extLst>
          </p:cNvPr>
          <p:cNvSpPr>
            <a:spLocks noGrp="1"/>
          </p:cNvSpPr>
          <p:nvPr>
            <p:ph type="title"/>
          </p:nvPr>
        </p:nvSpPr>
        <p:spPr>
          <a:xfrm>
            <a:off x="508001" y="1314450"/>
            <a:ext cx="6447501" cy="567813"/>
          </a:xfrm>
        </p:spPr>
        <p:txBody>
          <a:bodyPr>
            <a:normAutofit fontScale="90000"/>
          </a:bodyPr>
          <a:lstStyle/>
          <a:p>
            <a:r>
              <a:rPr lang="en-IN" b="1" dirty="0">
                <a:solidFill>
                  <a:schemeClr val="tx1"/>
                </a:solidFill>
              </a:rPr>
              <a:t>Key aspects of stakeholder management</a:t>
            </a:r>
            <a:br>
              <a:rPr lang="en-IN" b="1" dirty="0">
                <a:solidFill>
                  <a:schemeClr val="tx1"/>
                </a:solidFill>
              </a:rPr>
            </a:br>
            <a:endParaRPr lang="en-IN" b="1" dirty="0">
              <a:solidFill>
                <a:schemeClr val="tx1"/>
              </a:solidFill>
            </a:endParaRPr>
          </a:p>
        </p:txBody>
      </p:sp>
      <p:sp>
        <p:nvSpPr>
          <p:cNvPr id="3" name="Content Placeholder 2">
            <a:extLst>
              <a:ext uri="{FF2B5EF4-FFF2-40B4-BE49-F238E27FC236}">
                <a16:creationId xmlns:a16="http://schemas.microsoft.com/office/drawing/2014/main" id="{DEFD3C1C-5D72-7B10-9BB8-3AC4508C76B6}"/>
              </a:ext>
            </a:extLst>
          </p:cNvPr>
          <p:cNvSpPr>
            <a:spLocks noGrp="1"/>
          </p:cNvSpPr>
          <p:nvPr>
            <p:ph idx="1"/>
          </p:nvPr>
        </p:nvSpPr>
        <p:spPr>
          <a:xfrm>
            <a:off x="508000" y="1882264"/>
            <a:ext cx="7802716" cy="3506009"/>
          </a:xfrm>
        </p:spPr>
        <p:txBody>
          <a:bodyPr>
            <a:normAutofit lnSpcReduction="10000"/>
          </a:bodyPr>
          <a:lstStyle/>
          <a:p>
            <a:pPr lvl="0">
              <a:buClr>
                <a:schemeClr val="tx1"/>
              </a:buClr>
              <a:buFont typeface="Wingdings" panose="05000000000000000000" pitchFamily="2" charset="2"/>
              <a:buChar char="§"/>
            </a:pPr>
            <a:r>
              <a:rPr lang="en-IN" sz="1500" b="1" dirty="0"/>
              <a:t>Identification</a:t>
            </a:r>
            <a:r>
              <a:rPr lang="en-IN" sz="1500" dirty="0"/>
              <a:t>: Recognizing all individuals, groups, and organizations that have a vested interest in a project, such as employees, customers, investors, regulators, and local communities.</a:t>
            </a:r>
          </a:p>
          <a:p>
            <a:pPr lvl="0">
              <a:buClr>
                <a:schemeClr val="tx1"/>
              </a:buClr>
              <a:buFont typeface="Wingdings" panose="05000000000000000000" pitchFamily="2" charset="2"/>
              <a:buChar char="§"/>
            </a:pPr>
            <a:r>
              <a:rPr lang="en-IN" sz="1500" b="1" dirty="0"/>
              <a:t>Analysis</a:t>
            </a:r>
            <a:r>
              <a:rPr lang="en-IN" sz="1500" dirty="0"/>
              <a:t>: Understanding each stakeholder's needs, interests, influence, and potential impact on the project.</a:t>
            </a:r>
          </a:p>
          <a:p>
            <a:pPr lvl="0">
              <a:buClr>
                <a:schemeClr val="tx1"/>
              </a:buClr>
              <a:buFont typeface="Wingdings" panose="05000000000000000000" pitchFamily="2" charset="2"/>
              <a:buChar char="§"/>
            </a:pPr>
            <a:r>
              <a:rPr lang="en-IN" sz="1500" b="1" dirty="0"/>
              <a:t>Prioritization</a:t>
            </a:r>
            <a:r>
              <a:rPr lang="en-IN" sz="1500" dirty="0"/>
              <a:t>: Ranking stakeholders based on their importance and influence to focus on those with the most significant impact.</a:t>
            </a:r>
          </a:p>
          <a:p>
            <a:pPr lvl="0">
              <a:buClr>
                <a:schemeClr val="tx1"/>
              </a:buClr>
              <a:buFont typeface="Wingdings" panose="05000000000000000000" pitchFamily="2" charset="2"/>
              <a:buChar char="§"/>
            </a:pPr>
            <a:r>
              <a:rPr lang="en-IN" sz="1500" b="1" dirty="0"/>
              <a:t>Engagement</a:t>
            </a:r>
            <a:r>
              <a:rPr lang="en-IN" sz="1500" dirty="0"/>
              <a:t>: Developing and implementing strategies to interact and communicate effectively with stakeholders, which includes managing their expectations and building trust.</a:t>
            </a:r>
          </a:p>
          <a:p>
            <a:pPr lvl="0">
              <a:buClr>
                <a:schemeClr val="tx1"/>
              </a:buClr>
              <a:buFont typeface="Wingdings" panose="05000000000000000000" pitchFamily="2" charset="2"/>
              <a:buChar char="§"/>
            </a:pPr>
            <a:r>
              <a:rPr lang="en-IN" sz="1500" b="1" dirty="0"/>
              <a:t>Communication</a:t>
            </a:r>
            <a:r>
              <a:rPr lang="en-IN" sz="1500" dirty="0"/>
              <a:t>: Establishing clear and organized channels for communication to keep stakeholders informed and address their concerns proactively. </a:t>
            </a:r>
          </a:p>
          <a:p>
            <a:endParaRPr lang="en-IN" dirty="0"/>
          </a:p>
        </p:txBody>
      </p:sp>
    </p:spTree>
    <p:extLst>
      <p:ext uri="{BB962C8B-B14F-4D97-AF65-F5344CB8AC3E}">
        <p14:creationId xmlns:p14="http://schemas.microsoft.com/office/powerpoint/2010/main" val="41823067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AD9F0-53FB-0915-CCD0-87D226E4FC82}"/>
              </a:ext>
            </a:extLst>
          </p:cNvPr>
          <p:cNvSpPr>
            <a:spLocks noGrp="1"/>
          </p:cNvSpPr>
          <p:nvPr>
            <p:ph type="title"/>
          </p:nvPr>
        </p:nvSpPr>
        <p:spPr>
          <a:xfrm>
            <a:off x="508001" y="1314450"/>
            <a:ext cx="6447501" cy="575187"/>
          </a:xfrm>
        </p:spPr>
        <p:txBody>
          <a:bodyPr>
            <a:normAutofit fontScale="90000"/>
          </a:bodyPr>
          <a:lstStyle/>
          <a:p>
            <a:r>
              <a:rPr lang="en-US" b="1" dirty="0">
                <a:solidFill>
                  <a:schemeClr val="tx1"/>
                </a:solidFill>
              </a:rPr>
              <a:t>What Is Scenario Analysis?</a:t>
            </a:r>
            <a:br>
              <a:rPr lang="en-IN" b="1" dirty="0"/>
            </a:br>
            <a:endParaRPr lang="en-IN" dirty="0"/>
          </a:p>
        </p:txBody>
      </p:sp>
      <p:sp>
        <p:nvSpPr>
          <p:cNvPr id="3" name="Content Placeholder 2">
            <a:extLst>
              <a:ext uri="{FF2B5EF4-FFF2-40B4-BE49-F238E27FC236}">
                <a16:creationId xmlns:a16="http://schemas.microsoft.com/office/drawing/2014/main" id="{4A702B25-78B5-F734-F021-5167CE2F2B3B}"/>
              </a:ext>
            </a:extLst>
          </p:cNvPr>
          <p:cNvSpPr>
            <a:spLocks noGrp="1"/>
          </p:cNvSpPr>
          <p:nvPr>
            <p:ph idx="1"/>
          </p:nvPr>
        </p:nvSpPr>
        <p:spPr>
          <a:xfrm>
            <a:off x="508000" y="1838018"/>
            <a:ext cx="7950200" cy="3856703"/>
          </a:xfrm>
        </p:spPr>
        <p:txBody>
          <a:bodyPr>
            <a:normAutofit/>
          </a:bodyPr>
          <a:lstStyle/>
          <a:p>
            <a:pPr marL="0" indent="0">
              <a:buNone/>
            </a:pPr>
            <a:r>
              <a:rPr lang="en-US" sz="1800" b="1" dirty="0"/>
              <a:t>Scenario analysis</a:t>
            </a:r>
            <a:r>
              <a:rPr lang="en-US" sz="1800" dirty="0"/>
              <a:t> in business is the process of creating and evaluating different possible future situations (scenarios) — such as best case, worst case, and most likely case — to understand their impact on the organization and make better decisions.</a:t>
            </a:r>
          </a:p>
          <a:p>
            <a:pPr marL="0" indent="0">
              <a:buNone/>
            </a:pPr>
            <a:r>
              <a:rPr lang="en-IN" sz="1800" b="1" dirty="0"/>
              <a:t>Purpose of Scenario Analysis:</a:t>
            </a:r>
          </a:p>
          <a:p>
            <a:r>
              <a:rPr lang="en-IN" sz="1800" dirty="0"/>
              <a:t>To </a:t>
            </a:r>
            <a:r>
              <a:rPr lang="en-IN" sz="1800" b="1" dirty="0"/>
              <a:t>anticipate risks and opportunities</a:t>
            </a:r>
            <a:endParaRPr lang="en-IN" sz="1800" dirty="0"/>
          </a:p>
          <a:p>
            <a:r>
              <a:rPr lang="en-IN" sz="1800" dirty="0"/>
              <a:t>To see how changes in key factors (price, demand, cost, interest rates, etc.) will </a:t>
            </a:r>
            <a:r>
              <a:rPr lang="en-IN" sz="1800" b="1" dirty="0"/>
              <a:t>affect profit, cash flow, growth, etc.</a:t>
            </a:r>
            <a:endParaRPr lang="en-IN" sz="1800" dirty="0"/>
          </a:p>
          <a:p>
            <a:r>
              <a:rPr lang="en-IN" sz="1800" dirty="0"/>
              <a:t>To support </a:t>
            </a:r>
            <a:r>
              <a:rPr lang="en-IN" sz="1800" b="1" dirty="0"/>
              <a:t>strategic planning</a:t>
            </a:r>
            <a:r>
              <a:rPr lang="en-IN" sz="1800" dirty="0"/>
              <a:t> and </a:t>
            </a:r>
            <a:r>
              <a:rPr lang="en-IN" sz="1800" b="1" dirty="0"/>
              <a:t>decision-making</a:t>
            </a:r>
            <a:endParaRPr lang="en-IN" sz="1800" dirty="0"/>
          </a:p>
          <a:p>
            <a:r>
              <a:rPr lang="en-IN" sz="1800" dirty="0"/>
              <a:t>To avoid being shocked by sudden changes in the market or environment</a:t>
            </a:r>
          </a:p>
          <a:p>
            <a:pPr marL="0" indent="0">
              <a:buNone/>
            </a:pPr>
            <a:endParaRPr lang="en-IN" dirty="0"/>
          </a:p>
        </p:txBody>
      </p:sp>
    </p:spTree>
    <p:extLst>
      <p:ext uri="{BB962C8B-B14F-4D97-AF65-F5344CB8AC3E}">
        <p14:creationId xmlns:p14="http://schemas.microsoft.com/office/powerpoint/2010/main" val="11602677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081A02-FC1B-4057-4391-18A6247A471B}"/>
              </a:ext>
            </a:extLst>
          </p:cNvPr>
          <p:cNvSpPr>
            <a:spLocks noGrp="1"/>
          </p:cNvSpPr>
          <p:nvPr>
            <p:ph idx="1"/>
          </p:nvPr>
        </p:nvSpPr>
        <p:spPr>
          <a:xfrm>
            <a:off x="508001" y="1388193"/>
            <a:ext cx="7898580" cy="4000079"/>
          </a:xfrm>
        </p:spPr>
        <p:txBody>
          <a:bodyPr>
            <a:normAutofit/>
          </a:bodyPr>
          <a:lstStyle/>
          <a:p>
            <a:pPr marL="0" indent="0">
              <a:buNone/>
            </a:pPr>
            <a:r>
              <a:rPr lang="en-IN" sz="1800" b="1" dirty="0"/>
              <a:t>How it is used:</a:t>
            </a:r>
          </a:p>
          <a:p>
            <a:pPr>
              <a:buClr>
                <a:schemeClr val="tx1"/>
              </a:buClr>
              <a:buFont typeface="Wingdings" panose="05000000000000000000" pitchFamily="2" charset="2"/>
              <a:buChar char="§"/>
            </a:pPr>
            <a:r>
              <a:rPr lang="en-US" sz="1500" b="1" dirty="0"/>
              <a:t>Financial planning:</a:t>
            </a:r>
            <a:r>
              <a:rPr lang="en-US" sz="1500" dirty="0"/>
              <a:t> It can be used to forecast the potential impact on cash flow and business value.</a:t>
            </a:r>
          </a:p>
          <a:p>
            <a:pPr>
              <a:buClr>
                <a:schemeClr val="tx1"/>
              </a:buClr>
              <a:buFont typeface="Wingdings" panose="05000000000000000000" pitchFamily="2" charset="2"/>
              <a:buChar char="§"/>
            </a:pPr>
            <a:r>
              <a:rPr lang="en-US" sz="1500" b="1" dirty="0"/>
              <a:t>Risk management:</a:t>
            </a:r>
            <a:r>
              <a:rPr lang="en-US" sz="1500" dirty="0"/>
              <a:t> It helps identify and mitigate potential risks associated with various external factors.</a:t>
            </a:r>
          </a:p>
          <a:p>
            <a:pPr>
              <a:buClr>
                <a:schemeClr val="tx1"/>
              </a:buClr>
              <a:buFont typeface="Wingdings" panose="05000000000000000000" pitchFamily="2" charset="2"/>
              <a:buChar char="§"/>
            </a:pPr>
            <a:r>
              <a:rPr lang="en-US" sz="1500" b="1" dirty="0"/>
              <a:t>Strategic initiatives:</a:t>
            </a:r>
            <a:r>
              <a:rPr lang="en-US" sz="1500" dirty="0"/>
              <a:t> It provides a framework for developing long-term strategies and evaluating potential courses of action.</a:t>
            </a:r>
          </a:p>
          <a:p>
            <a:pPr>
              <a:buClr>
                <a:schemeClr val="tx1"/>
              </a:buClr>
              <a:buFont typeface="Wingdings" panose="05000000000000000000" pitchFamily="2" charset="2"/>
              <a:buChar char="§"/>
            </a:pPr>
            <a:r>
              <a:rPr lang="en-US" sz="1500" b="1" dirty="0"/>
              <a:t>Investment decisions:</a:t>
            </a:r>
            <a:r>
              <a:rPr lang="en-US" sz="1500" dirty="0"/>
              <a:t> It can be used to evaluate the potential returns and risks of major investments. </a:t>
            </a:r>
          </a:p>
          <a:p>
            <a:pPr marL="0" indent="0">
              <a:buNone/>
            </a:pPr>
            <a:endParaRPr lang="en-IN" dirty="0"/>
          </a:p>
        </p:txBody>
      </p:sp>
    </p:spTree>
    <p:extLst>
      <p:ext uri="{BB962C8B-B14F-4D97-AF65-F5344CB8AC3E}">
        <p14:creationId xmlns:p14="http://schemas.microsoft.com/office/powerpoint/2010/main" val="21701452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1CABD1-90EC-A757-6427-01B168ED3B6A}"/>
              </a:ext>
            </a:extLst>
          </p:cNvPr>
          <p:cNvSpPr>
            <a:spLocks noGrp="1"/>
          </p:cNvSpPr>
          <p:nvPr>
            <p:ph idx="1"/>
          </p:nvPr>
        </p:nvSpPr>
        <p:spPr>
          <a:xfrm>
            <a:off x="508001" y="1461934"/>
            <a:ext cx="7905954" cy="3926338"/>
          </a:xfrm>
        </p:spPr>
        <p:txBody>
          <a:bodyPr>
            <a:normAutofit lnSpcReduction="10000"/>
          </a:bodyPr>
          <a:lstStyle/>
          <a:p>
            <a:pPr marL="0" indent="0">
              <a:buNone/>
            </a:pPr>
            <a:r>
              <a:rPr lang="en-IN" sz="2100" b="1" dirty="0"/>
              <a:t>What is data governance?</a:t>
            </a:r>
          </a:p>
          <a:p>
            <a:pPr marL="0" indent="0">
              <a:buNone/>
            </a:pPr>
            <a:r>
              <a:rPr lang="en-US" sz="1800" b="1" dirty="0"/>
              <a:t>Data governance</a:t>
            </a:r>
            <a:r>
              <a:rPr lang="en-US" sz="1800" dirty="0"/>
              <a:t> is the set of </a:t>
            </a:r>
            <a:r>
              <a:rPr lang="en-US" sz="1800" b="1" dirty="0"/>
              <a:t>policies, rules, roles, and processes</a:t>
            </a:r>
            <a:r>
              <a:rPr lang="en-US" sz="1800" dirty="0"/>
              <a:t> that an organization uses to ensure its data is </a:t>
            </a:r>
            <a:r>
              <a:rPr lang="en-US" sz="1800" b="1" dirty="0"/>
              <a:t>correct, secure, consistent, and used responsibly</a:t>
            </a:r>
            <a:r>
              <a:rPr lang="en-US" sz="1800" dirty="0"/>
              <a:t>.</a:t>
            </a:r>
          </a:p>
          <a:p>
            <a:pPr marL="0" indent="0">
              <a:buNone/>
            </a:pPr>
            <a:r>
              <a:rPr lang="en-US" sz="1800" b="1" dirty="0"/>
              <a:t>Main Goals of Data Governance:</a:t>
            </a:r>
          </a:p>
          <a:p>
            <a:pPr>
              <a:buClr>
                <a:schemeClr val="tx1"/>
              </a:buClr>
              <a:buFont typeface="Wingdings" panose="05000000000000000000" pitchFamily="2" charset="2"/>
              <a:buChar char="§"/>
            </a:pPr>
            <a:r>
              <a:rPr lang="en-IN" sz="1800" dirty="0"/>
              <a:t>Ensure data is </a:t>
            </a:r>
            <a:r>
              <a:rPr lang="en-IN" sz="1800" b="1" dirty="0"/>
              <a:t>accurate and consistent</a:t>
            </a:r>
            <a:endParaRPr lang="en-IN" sz="1800" dirty="0"/>
          </a:p>
          <a:p>
            <a:pPr>
              <a:buClr>
                <a:schemeClr val="tx1"/>
              </a:buClr>
              <a:buFont typeface="Wingdings" panose="05000000000000000000" pitchFamily="2" charset="2"/>
              <a:buChar char="§"/>
            </a:pPr>
            <a:r>
              <a:rPr lang="en-IN" sz="1800" dirty="0"/>
              <a:t>Protect data from </a:t>
            </a:r>
            <a:r>
              <a:rPr lang="en-IN" sz="1800" b="1" dirty="0"/>
              <a:t>unauthorized access or misuse</a:t>
            </a:r>
            <a:endParaRPr lang="en-IN" sz="1800" dirty="0"/>
          </a:p>
          <a:p>
            <a:pPr>
              <a:buClr>
                <a:schemeClr val="tx1"/>
              </a:buClr>
              <a:buFont typeface="Wingdings" panose="05000000000000000000" pitchFamily="2" charset="2"/>
              <a:buChar char="§"/>
            </a:pPr>
            <a:r>
              <a:rPr lang="en-IN" sz="1800" dirty="0"/>
              <a:t>Define </a:t>
            </a:r>
            <a:r>
              <a:rPr lang="en-IN" sz="1800" b="1" dirty="0"/>
              <a:t>who owns the data</a:t>
            </a:r>
            <a:r>
              <a:rPr lang="en-IN" sz="1800" dirty="0"/>
              <a:t> and </a:t>
            </a:r>
            <a:r>
              <a:rPr lang="en-IN" sz="1800" b="1" dirty="0"/>
              <a:t>who can do what</a:t>
            </a:r>
            <a:r>
              <a:rPr lang="en-IN" sz="1800" dirty="0"/>
              <a:t> (view, edit, delete)</a:t>
            </a:r>
          </a:p>
          <a:p>
            <a:pPr>
              <a:buClr>
                <a:schemeClr val="tx1"/>
              </a:buClr>
              <a:buFont typeface="Wingdings" panose="05000000000000000000" pitchFamily="2" charset="2"/>
              <a:buChar char="§"/>
            </a:pPr>
            <a:r>
              <a:rPr lang="en-IN" sz="1800" dirty="0"/>
              <a:t>Comply with </a:t>
            </a:r>
            <a:r>
              <a:rPr lang="en-IN" sz="1800" b="1" dirty="0"/>
              <a:t>laws and regulations</a:t>
            </a:r>
            <a:r>
              <a:rPr lang="en-IN" sz="1800" dirty="0"/>
              <a:t> (like privacy rules)</a:t>
            </a:r>
          </a:p>
          <a:p>
            <a:pPr>
              <a:buClr>
                <a:schemeClr val="tx1"/>
              </a:buClr>
              <a:buFont typeface="Wingdings" panose="05000000000000000000" pitchFamily="2" charset="2"/>
              <a:buChar char="§"/>
            </a:pPr>
            <a:r>
              <a:rPr lang="en-IN" sz="1800" dirty="0"/>
              <a:t>Make data </a:t>
            </a:r>
            <a:r>
              <a:rPr lang="en-IN" sz="1800" b="1" dirty="0"/>
              <a:t>trustworthy</a:t>
            </a:r>
            <a:r>
              <a:rPr lang="en-IN" sz="1800" dirty="0"/>
              <a:t> for reporting and decision-making</a:t>
            </a:r>
          </a:p>
          <a:p>
            <a:pPr marL="0" indent="0">
              <a:buNone/>
            </a:pPr>
            <a:endParaRPr lang="en-IN" dirty="0"/>
          </a:p>
        </p:txBody>
      </p:sp>
    </p:spTree>
    <p:extLst>
      <p:ext uri="{BB962C8B-B14F-4D97-AF65-F5344CB8AC3E}">
        <p14:creationId xmlns:p14="http://schemas.microsoft.com/office/powerpoint/2010/main" val="29007531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A5EED-6DB8-4854-33CD-B14B30452B42}"/>
              </a:ext>
            </a:extLst>
          </p:cNvPr>
          <p:cNvSpPr>
            <a:spLocks noGrp="1"/>
          </p:cNvSpPr>
          <p:nvPr>
            <p:ph type="title"/>
          </p:nvPr>
        </p:nvSpPr>
        <p:spPr>
          <a:xfrm>
            <a:off x="508001" y="1314450"/>
            <a:ext cx="6447501" cy="479323"/>
          </a:xfrm>
        </p:spPr>
        <p:txBody>
          <a:bodyPr>
            <a:normAutofit fontScale="90000"/>
          </a:bodyPr>
          <a:lstStyle/>
          <a:p>
            <a:r>
              <a:rPr lang="en-IN" b="1" dirty="0">
                <a:solidFill>
                  <a:schemeClr val="tx1"/>
                </a:solidFill>
              </a:rPr>
              <a:t>Key Elements</a:t>
            </a:r>
          </a:p>
        </p:txBody>
      </p:sp>
      <p:sp>
        <p:nvSpPr>
          <p:cNvPr id="3" name="Content Placeholder 2">
            <a:extLst>
              <a:ext uri="{FF2B5EF4-FFF2-40B4-BE49-F238E27FC236}">
                <a16:creationId xmlns:a16="http://schemas.microsoft.com/office/drawing/2014/main" id="{95B775D2-C762-AFAC-30A6-C8BB892A3597}"/>
              </a:ext>
            </a:extLst>
          </p:cNvPr>
          <p:cNvSpPr>
            <a:spLocks noGrp="1"/>
          </p:cNvSpPr>
          <p:nvPr>
            <p:ph idx="1"/>
          </p:nvPr>
        </p:nvSpPr>
        <p:spPr>
          <a:xfrm>
            <a:off x="508001" y="1948631"/>
            <a:ext cx="7898580" cy="3594919"/>
          </a:xfrm>
        </p:spPr>
        <p:txBody>
          <a:bodyPr>
            <a:normAutofit/>
          </a:bodyPr>
          <a:lstStyle/>
          <a:p>
            <a:pPr lvl="0">
              <a:buClr>
                <a:schemeClr val="tx1"/>
              </a:buClr>
              <a:buFont typeface="Wingdings" panose="05000000000000000000" pitchFamily="2" charset="2"/>
              <a:buChar char="§"/>
            </a:pPr>
            <a:r>
              <a:rPr lang="en-IN" sz="1500" b="1" dirty="0"/>
              <a:t>Defines rules and responsibilities:</a:t>
            </a:r>
            <a:r>
              <a:rPr lang="en-IN" sz="1500" dirty="0"/>
              <a:t> It establishes who can do what with data, providing a common playbook for handling data responsibly.</a:t>
            </a:r>
          </a:p>
          <a:p>
            <a:pPr lvl="0">
              <a:buClr>
                <a:schemeClr val="tx1"/>
              </a:buClr>
              <a:buFont typeface="Wingdings" panose="05000000000000000000" pitchFamily="2" charset="2"/>
              <a:buChar char="§"/>
            </a:pPr>
            <a:r>
              <a:rPr lang="en-IN" sz="1500" b="1" dirty="0"/>
              <a:t>Ensures data quality and integrity:</a:t>
            </a:r>
            <a:r>
              <a:rPr lang="en-IN" sz="1500" dirty="0"/>
              <a:t> It helps prevent errors, inconsistencies, and duplication by setting standards for data throughout its lifecycle, from creation to disposal.</a:t>
            </a:r>
          </a:p>
          <a:p>
            <a:pPr lvl="0">
              <a:buClr>
                <a:schemeClr val="tx1"/>
              </a:buClr>
              <a:buFont typeface="Wingdings" panose="05000000000000000000" pitchFamily="2" charset="2"/>
              <a:buChar char="§"/>
            </a:pPr>
            <a:r>
              <a:rPr lang="en-IN" sz="1500" b="1" dirty="0"/>
              <a:t>Improves security and privacy:</a:t>
            </a:r>
            <a:r>
              <a:rPr lang="en-IN" sz="1500" dirty="0"/>
              <a:t> It includes policies to protect sensitive data, control access, and maintain compliance with regulations like GDPR and HIPAA.</a:t>
            </a:r>
          </a:p>
          <a:p>
            <a:pPr lvl="0">
              <a:buClr>
                <a:schemeClr val="tx1"/>
              </a:buClr>
              <a:buFont typeface="Wingdings" panose="05000000000000000000" pitchFamily="2" charset="2"/>
              <a:buChar char="§"/>
            </a:pPr>
            <a:r>
              <a:rPr lang="en-IN" sz="1500" b="1" dirty="0"/>
              <a:t>Enhances usability and accessibility:</a:t>
            </a:r>
            <a:r>
              <a:rPr lang="en-IN" sz="1500" dirty="0"/>
              <a:t> By ensuring data is trustworthy, governance makes it easier for people to find and use the data they need for business intelligence and other initiatives.</a:t>
            </a:r>
          </a:p>
          <a:p>
            <a:pPr lvl="0">
              <a:buClr>
                <a:schemeClr val="tx1"/>
              </a:buClr>
              <a:buFont typeface="Wingdings" panose="05000000000000000000" pitchFamily="2" charset="2"/>
              <a:buChar char="§"/>
            </a:pPr>
            <a:r>
              <a:rPr lang="en-IN" sz="1500" b="1" dirty="0"/>
              <a:t>Supports better decision-making:</a:t>
            </a:r>
            <a:r>
              <a:rPr lang="en-IN" sz="1500" dirty="0"/>
              <a:t> With a consistent, high-quality data foundation, organizations can make more confident and informed decisions. </a:t>
            </a:r>
          </a:p>
          <a:p>
            <a:endParaRPr lang="en-IN" dirty="0"/>
          </a:p>
        </p:txBody>
      </p:sp>
    </p:spTree>
    <p:extLst>
      <p:ext uri="{BB962C8B-B14F-4D97-AF65-F5344CB8AC3E}">
        <p14:creationId xmlns:p14="http://schemas.microsoft.com/office/powerpoint/2010/main" val="8837504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5E4C3-CE73-5FF5-6742-6B49928C9AEC}"/>
              </a:ext>
            </a:extLst>
          </p:cNvPr>
          <p:cNvSpPr>
            <a:spLocks noGrp="1"/>
          </p:cNvSpPr>
          <p:nvPr>
            <p:ph type="title"/>
          </p:nvPr>
        </p:nvSpPr>
        <p:spPr>
          <a:xfrm>
            <a:off x="508001" y="1314450"/>
            <a:ext cx="6991554" cy="353961"/>
          </a:xfrm>
        </p:spPr>
        <p:txBody>
          <a:bodyPr>
            <a:normAutofit fontScale="90000"/>
          </a:bodyPr>
          <a:lstStyle/>
          <a:p>
            <a:r>
              <a:rPr lang="en-US" b="1" dirty="0">
                <a:solidFill>
                  <a:schemeClr val="tx1"/>
                </a:solidFill>
              </a:rPr>
              <a:t>What are the benefits of data governance?</a:t>
            </a:r>
            <a:endParaRPr lang="en-IN" b="1" dirty="0">
              <a:solidFill>
                <a:schemeClr val="tx1"/>
              </a:solidFill>
            </a:endParaRPr>
          </a:p>
        </p:txBody>
      </p:sp>
      <p:sp>
        <p:nvSpPr>
          <p:cNvPr id="3" name="Content Placeholder 2">
            <a:extLst>
              <a:ext uri="{FF2B5EF4-FFF2-40B4-BE49-F238E27FC236}">
                <a16:creationId xmlns:a16="http://schemas.microsoft.com/office/drawing/2014/main" id="{2134C595-74E2-4430-28B3-96A3CF7DAF0F}"/>
              </a:ext>
            </a:extLst>
          </p:cNvPr>
          <p:cNvSpPr>
            <a:spLocks noGrp="1"/>
          </p:cNvSpPr>
          <p:nvPr>
            <p:ph idx="1"/>
          </p:nvPr>
        </p:nvSpPr>
        <p:spPr>
          <a:xfrm>
            <a:off x="508000" y="1838018"/>
            <a:ext cx="7869083" cy="4004187"/>
          </a:xfrm>
        </p:spPr>
        <p:txBody>
          <a:bodyPr>
            <a:normAutofit fontScale="85000" lnSpcReduction="20000"/>
          </a:bodyPr>
          <a:lstStyle/>
          <a:p>
            <a:pPr marL="0" indent="0">
              <a:buNone/>
            </a:pPr>
            <a:r>
              <a:rPr lang="en-US" sz="1575" b="1" dirty="0"/>
              <a:t>Improved Data Quality</a:t>
            </a:r>
          </a:p>
          <a:p>
            <a:pPr>
              <a:buClr>
                <a:schemeClr val="tx1"/>
              </a:buClr>
              <a:buFont typeface="Wingdings" panose="05000000000000000000" pitchFamily="2" charset="2"/>
              <a:buChar char="§"/>
            </a:pPr>
            <a:r>
              <a:rPr lang="en-US" sz="1575" dirty="0"/>
              <a:t>Ensures data is </a:t>
            </a:r>
            <a:r>
              <a:rPr lang="en-US" sz="1575" b="1" dirty="0"/>
              <a:t>accurate, complete, and consistent</a:t>
            </a:r>
            <a:r>
              <a:rPr lang="en-US" sz="1575" dirty="0"/>
              <a:t>.</a:t>
            </a:r>
          </a:p>
          <a:p>
            <a:pPr>
              <a:buClr>
                <a:schemeClr val="tx1"/>
              </a:buClr>
              <a:buFont typeface="Wingdings" panose="05000000000000000000" pitchFamily="2" charset="2"/>
              <a:buChar char="§"/>
            </a:pPr>
            <a:r>
              <a:rPr lang="en-US" sz="1575" dirty="0"/>
              <a:t>Reduces </a:t>
            </a:r>
            <a:r>
              <a:rPr lang="en-US" sz="1575" b="1" dirty="0"/>
              <a:t>errors, duplicates, and outdated information</a:t>
            </a:r>
            <a:r>
              <a:rPr lang="en-US" sz="1575" dirty="0"/>
              <a:t>.</a:t>
            </a:r>
          </a:p>
          <a:p>
            <a:pPr>
              <a:buClr>
                <a:schemeClr val="tx1"/>
              </a:buClr>
              <a:buFont typeface="Wingdings" panose="05000000000000000000" pitchFamily="2" charset="2"/>
              <a:buChar char="§"/>
            </a:pPr>
            <a:r>
              <a:rPr lang="en-US" sz="1575" dirty="0"/>
              <a:t>Leads to </a:t>
            </a:r>
            <a:r>
              <a:rPr lang="en-US" sz="1575" b="1" dirty="0"/>
              <a:t>more reliable reports and analysis</a:t>
            </a:r>
            <a:r>
              <a:rPr lang="en-US" sz="1575" dirty="0"/>
              <a:t>.</a:t>
            </a:r>
          </a:p>
          <a:p>
            <a:pPr marL="0" indent="0">
              <a:buNone/>
            </a:pPr>
            <a:endParaRPr lang="en-US" sz="1575" dirty="0"/>
          </a:p>
          <a:p>
            <a:pPr marL="0" indent="0">
              <a:buNone/>
            </a:pPr>
            <a:r>
              <a:rPr lang="en-US" sz="1575" b="1" dirty="0"/>
              <a:t>Better Decision-Making</a:t>
            </a:r>
          </a:p>
          <a:p>
            <a:pPr>
              <a:buClr>
                <a:schemeClr val="tx1"/>
              </a:buClr>
              <a:buFont typeface="Wingdings" panose="05000000000000000000" pitchFamily="2" charset="2"/>
              <a:buChar char="§"/>
            </a:pPr>
            <a:r>
              <a:rPr lang="en-US" sz="1575" dirty="0"/>
              <a:t>When data is clean and well-managed, managers can trust the data.</a:t>
            </a:r>
          </a:p>
          <a:p>
            <a:pPr>
              <a:buClr>
                <a:schemeClr val="tx1"/>
              </a:buClr>
              <a:buFont typeface="Wingdings" panose="05000000000000000000" pitchFamily="2" charset="2"/>
              <a:buChar char="§"/>
            </a:pPr>
            <a:r>
              <a:rPr lang="en-US" sz="1575" dirty="0"/>
              <a:t>Decisions based on such data are more accurate and effective.</a:t>
            </a:r>
          </a:p>
          <a:p>
            <a:pPr>
              <a:buClr>
                <a:schemeClr val="tx1"/>
              </a:buClr>
              <a:buFont typeface="Wingdings" panose="05000000000000000000" pitchFamily="2" charset="2"/>
              <a:buChar char="§"/>
            </a:pPr>
            <a:r>
              <a:rPr lang="en-US" sz="1575" dirty="0"/>
              <a:t>Supports data-driven decision-making.</a:t>
            </a:r>
            <a:br>
              <a:rPr lang="en-US" sz="1575" dirty="0"/>
            </a:br>
            <a:endParaRPr lang="en-US" sz="1575" dirty="0"/>
          </a:p>
          <a:p>
            <a:pPr marL="0" indent="0">
              <a:buNone/>
            </a:pPr>
            <a:r>
              <a:rPr lang="en-US" sz="1575" b="1" dirty="0"/>
              <a:t>Enhanced Data Security &amp; Privacy</a:t>
            </a:r>
          </a:p>
          <a:p>
            <a:pPr>
              <a:buClr>
                <a:schemeClr val="tx1"/>
              </a:buClr>
              <a:buFont typeface="Wingdings" panose="05000000000000000000" pitchFamily="2" charset="2"/>
              <a:buChar char="§"/>
            </a:pPr>
            <a:r>
              <a:rPr lang="en-US" sz="1575" dirty="0"/>
              <a:t>Defines who can access, edit, or delete data.</a:t>
            </a:r>
          </a:p>
          <a:p>
            <a:pPr>
              <a:buClr>
                <a:schemeClr val="tx1"/>
              </a:buClr>
              <a:buFont typeface="Wingdings" panose="05000000000000000000" pitchFamily="2" charset="2"/>
              <a:buChar char="§"/>
            </a:pPr>
            <a:r>
              <a:rPr lang="en-US" sz="1575" dirty="0"/>
              <a:t>Protects sensitive data (like customer or employee information).</a:t>
            </a:r>
          </a:p>
          <a:p>
            <a:pPr>
              <a:buClr>
                <a:schemeClr val="tx1"/>
              </a:buClr>
              <a:buFont typeface="Wingdings" panose="05000000000000000000" pitchFamily="2" charset="2"/>
              <a:buChar char="§"/>
            </a:pPr>
            <a:r>
              <a:rPr lang="en-US" sz="1575" dirty="0"/>
              <a:t>Helps prevent data leaks, misuse, and unauthorized access.</a:t>
            </a:r>
          </a:p>
          <a:p>
            <a:endParaRPr lang="en-IN" dirty="0"/>
          </a:p>
        </p:txBody>
      </p:sp>
    </p:spTree>
    <p:extLst>
      <p:ext uri="{BB962C8B-B14F-4D97-AF65-F5344CB8AC3E}">
        <p14:creationId xmlns:p14="http://schemas.microsoft.com/office/powerpoint/2010/main" val="8421541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29D332-819E-627D-FBA7-CC024485B737}"/>
              </a:ext>
            </a:extLst>
          </p:cNvPr>
          <p:cNvSpPr>
            <a:spLocks noGrp="1"/>
          </p:cNvSpPr>
          <p:nvPr>
            <p:ph idx="1"/>
          </p:nvPr>
        </p:nvSpPr>
        <p:spPr>
          <a:xfrm>
            <a:off x="508001" y="1351321"/>
            <a:ext cx="7891206" cy="4291781"/>
          </a:xfrm>
        </p:spPr>
        <p:txBody>
          <a:bodyPr>
            <a:normAutofit fontScale="85000" lnSpcReduction="20000"/>
          </a:bodyPr>
          <a:lstStyle/>
          <a:p>
            <a:pPr marL="0" indent="0">
              <a:buNone/>
            </a:pPr>
            <a:r>
              <a:rPr lang="en-US" b="1" dirty="0">
                <a:solidFill>
                  <a:schemeClr val="tx1"/>
                </a:solidFill>
              </a:rPr>
              <a:t>Compliance with Laws and Regulations</a:t>
            </a:r>
          </a:p>
          <a:p>
            <a:pPr>
              <a:buClr>
                <a:schemeClr val="tx1"/>
              </a:buClr>
              <a:buFont typeface="Wingdings" panose="05000000000000000000" pitchFamily="2" charset="2"/>
              <a:buChar char="§"/>
            </a:pPr>
            <a:r>
              <a:rPr lang="en-US" dirty="0">
                <a:solidFill>
                  <a:schemeClr val="tx1"/>
                </a:solidFill>
              </a:rPr>
              <a:t>Helps organizations follow </a:t>
            </a:r>
            <a:r>
              <a:rPr lang="en-US" b="1" dirty="0">
                <a:solidFill>
                  <a:schemeClr val="tx1"/>
                </a:solidFill>
              </a:rPr>
              <a:t>data protection laws</a:t>
            </a:r>
            <a:r>
              <a:rPr lang="en-US" dirty="0">
                <a:solidFill>
                  <a:schemeClr val="tx1"/>
                </a:solidFill>
              </a:rPr>
              <a:t> (like GDPR, privacy rules, audit requirements).</a:t>
            </a:r>
          </a:p>
          <a:p>
            <a:pPr>
              <a:buClr>
                <a:schemeClr val="tx1"/>
              </a:buClr>
              <a:buFont typeface="Wingdings" panose="05000000000000000000" pitchFamily="2" charset="2"/>
              <a:buChar char="§"/>
            </a:pPr>
            <a:r>
              <a:rPr lang="en-US" dirty="0">
                <a:solidFill>
                  <a:schemeClr val="tx1"/>
                </a:solidFill>
              </a:rPr>
              <a:t>Avoids </a:t>
            </a:r>
            <a:r>
              <a:rPr lang="en-US" b="1" dirty="0">
                <a:solidFill>
                  <a:schemeClr val="tx1"/>
                </a:solidFill>
              </a:rPr>
              <a:t>legal penalties, fines, and reputational damage</a:t>
            </a:r>
            <a:r>
              <a:rPr lang="en-US" dirty="0">
                <a:solidFill>
                  <a:schemeClr val="tx1"/>
                </a:solidFill>
              </a:rPr>
              <a:t>.</a:t>
            </a:r>
          </a:p>
          <a:p>
            <a:pPr marL="0" indent="0">
              <a:buNone/>
            </a:pPr>
            <a:endParaRPr lang="en-US" dirty="0">
              <a:solidFill>
                <a:schemeClr val="tx1"/>
              </a:solidFill>
            </a:endParaRPr>
          </a:p>
          <a:p>
            <a:pPr marL="0" indent="0">
              <a:buNone/>
            </a:pPr>
            <a:r>
              <a:rPr lang="en-US" b="1" dirty="0">
                <a:solidFill>
                  <a:schemeClr val="tx1"/>
                </a:solidFill>
              </a:rPr>
              <a:t>Clear Roles and Responsibilities</a:t>
            </a:r>
          </a:p>
          <a:p>
            <a:pPr>
              <a:buClr>
                <a:schemeClr val="tx1"/>
              </a:buClr>
              <a:buFont typeface="Wingdings" panose="05000000000000000000" pitchFamily="2" charset="2"/>
              <a:buChar char="§"/>
            </a:pPr>
            <a:r>
              <a:rPr lang="en-US" dirty="0">
                <a:solidFill>
                  <a:schemeClr val="tx1"/>
                </a:solidFill>
              </a:rPr>
              <a:t>Defines data owners, data stewards, and users.</a:t>
            </a:r>
          </a:p>
          <a:p>
            <a:pPr>
              <a:buClr>
                <a:schemeClr val="tx1"/>
              </a:buClr>
              <a:buFont typeface="Wingdings" panose="05000000000000000000" pitchFamily="2" charset="2"/>
              <a:buChar char="§"/>
            </a:pPr>
            <a:r>
              <a:rPr lang="en-US" dirty="0">
                <a:solidFill>
                  <a:schemeClr val="tx1"/>
                </a:solidFill>
              </a:rPr>
              <a:t>Everyone knows who is responsible for which data.</a:t>
            </a:r>
          </a:p>
          <a:p>
            <a:pPr>
              <a:buClr>
                <a:schemeClr val="tx1"/>
              </a:buClr>
              <a:buFont typeface="Wingdings" panose="05000000000000000000" pitchFamily="2" charset="2"/>
              <a:buChar char="§"/>
            </a:pPr>
            <a:r>
              <a:rPr lang="en-US" dirty="0">
                <a:solidFill>
                  <a:schemeClr val="tx1"/>
                </a:solidFill>
              </a:rPr>
              <a:t>Reduces confusion and improves accountability.</a:t>
            </a:r>
          </a:p>
          <a:p>
            <a:pPr>
              <a:buClr>
                <a:schemeClr val="tx1"/>
              </a:buClr>
              <a:buFont typeface="Wingdings" panose="05000000000000000000" pitchFamily="2" charset="2"/>
              <a:buChar char="§"/>
            </a:pPr>
            <a:br>
              <a:rPr lang="en-US" dirty="0">
                <a:solidFill>
                  <a:schemeClr val="tx1"/>
                </a:solidFill>
              </a:rPr>
            </a:br>
            <a:r>
              <a:rPr lang="en-US" b="1" dirty="0">
                <a:solidFill>
                  <a:schemeClr val="tx1"/>
                </a:solidFill>
              </a:rPr>
              <a:t>Consistent Data Across Systems</a:t>
            </a:r>
          </a:p>
          <a:p>
            <a:pPr>
              <a:buClr>
                <a:schemeClr val="tx1"/>
              </a:buClr>
              <a:buFont typeface="Wingdings" panose="05000000000000000000" pitchFamily="2" charset="2"/>
              <a:buChar char="§"/>
            </a:pPr>
            <a:r>
              <a:rPr lang="en-US" dirty="0">
                <a:solidFill>
                  <a:schemeClr val="tx1"/>
                </a:solidFill>
              </a:rPr>
              <a:t>Ensures that data is standardized across different departments and systems.</a:t>
            </a:r>
          </a:p>
          <a:p>
            <a:pPr>
              <a:buClr>
                <a:schemeClr val="tx1"/>
              </a:buClr>
              <a:buFont typeface="Wingdings" panose="05000000000000000000" pitchFamily="2" charset="2"/>
              <a:buChar char="§"/>
            </a:pPr>
            <a:r>
              <a:rPr lang="en-US" dirty="0">
                <a:solidFill>
                  <a:schemeClr val="tx1"/>
                </a:solidFill>
              </a:rPr>
              <a:t>For example, customer data is the same in CRM, ERP, and reports.</a:t>
            </a:r>
          </a:p>
          <a:p>
            <a:pPr>
              <a:buClr>
                <a:schemeClr val="tx1"/>
              </a:buClr>
              <a:buFont typeface="Wingdings" panose="05000000000000000000" pitchFamily="2" charset="2"/>
              <a:buChar char="§"/>
            </a:pPr>
            <a:r>
              <a:rPr lang="en-US" dirty="0">
                <a:solidFill>
                  <a:schemeClr val="tx1"/>
                </a:solidFill>
              </a:rPr>
              <a:t>Avoids conflicting numbers and confusion.</a:t>
            </a:r>
          </a:p>
          <a:p>
            <a:endParaRPr lang="en-IN" dirty="0"/>
          </a:p>
        </p:txBody>
      </p:sp>
    </p:spTree>
    <p:extLst>
      <p:ext uri="{BB962C8B-B14F-4D97-AF65-F5344CB8AC3E}">
        <p14:creationId xmlns:p14="http://schemas.microsoft.com/office/powerpoint/2010/main" val="18254060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B2FCA4-327E-A532-20D5-34841788C623}"/>
              </a:ext>
            </a:extLst>
          </p:cNvPr>
          <p:cNvSpPr>
            <a:spLocks noGrp="1"/>
          </p:cNvSpPr>
          <p:nvPr>
            <p:ph idx="1"/>
          </p:nvPr>
        </p:nvSpPr>
        <p:spPr>
          <a:xfrm>
            <a:off x="508000" y="1373444"/>
            <a:ext cx="7987070" cy="4014828"/>
          </a:xfrm>
        </p:spPr>
        <p:txBody>
          <a:bodyPr>
            <a:normAutofit lnSpcReduction="10000"/>
          </a:bodyPr>
          <a:lstStyle/>
          <a:p>
            <a:pPr marL="0" indent="0">
              <a:buNone/>
            </a:pPr>
            <a:r>
              <a:rPr lang="en-US" b="1" dirty="0">
                <a:solidFill>
                  <a:schemeClr val="tx1"/>
                </a:solidFill>
              </a:rPr>
              <a:t>Reduced Costs and Higher Efficiency</a:t>
            </a:r>
          </a:p>
          <a:p>
            <a:pPr>
              <a:buClr>
                <a:schemeClr val="tx1"/>
              </a:buClr>
              <a:buFont typeface="Wingdings" panose="05000000000000000000" pitchFamily="2" charset="2"/>
              <a:buChar char="§"/>
            </a:pPr>
            <a:r>
              <a:rPr lang="en-US" dirty="0">
                <a:solidFill>
                  <a:schemeClr val="tx1"/>
                </a:solidFill>
              </a:rPr>
              <a:t>Less time spent on </a:t>
            </a:r>
            <a:r>
              <a:rPr lang="en-US" b="1" dirty="0">
                <a:solidFill>
                  <a:schemeClr val="tx1"/>
                </a:solidFill>
              </a:rPr>
              <a:t>fixing data errors</a:t>
            </a:r>
            <a:r>
              <a:rPr lang="en-US" dirty="0">
                <a:solidFill>
                  <a:schemeClr val="tx1"/>
                </a:solidFill>
              </a:rPr>
              <a:t>.</a:t>
            </a:r>
          </a:p>
          <a:p>
            <a:pPr>
              <a:buClr>
                <a:schemeClr val="tx1"/>
              </a:buClr>
              <a:buFont typeface="Wingdings" panose="05000000000000000000" pitchFamily="2" charset="2"/>
              <a:buChar char="§"/>
            </a:pPr>
            <a:r>
              <a:rPr lang="en-US" dirty="0">
                <a:solidFill>
                  <a:schemeClr val="tx1"/>
                </a:solidFill>
              </a:rPr>
              <a:t>Fewer duplicate systems or unnecessary data storage.</a:t>
            </a:r>
          </a:p>
          <a:p>
            <a:pPr>
              <a:buClr>
                <a:schemeClr val="tx1"/>
              </a:buClr>
              <a:buFont typeface="Wingdings" panose="05000000000000000000" pitchFamily="2" charset="2"/>
              <a:buChar char="§"/>
            </a:pPr>
            <a:r>
              <a:rPr lang="en-US" dirty="0">
                <a:solidFill>
                  <a:schemeClr val="tx1"/>
                </a:solidFill>
              </a:rPr>
              <a:t>Improves </a:t>
            </a:r>
            <a:r>
              <a:rPr lang="en-US" b="1" dirty="0">
                <a:solidFill>
                  <a:schemeClr val="tx1"/>
                </a:solidFill>
              </a:rPr>
              <a:t>operational efficiency</a:t>
            </a:r>
            <a:r>
              <a:rPr lang="en-US" dirty="0">
                <a:solidFill>
                  <a:schemeClr val="tx1"/>
                </a:solidFill>
              </a:rPr>
              <a:t> and reduces </a:t>
            </a:r>
            <a:r>
              <a:rPr lang="en-US" b="1" dirty="0">
                <a:solidFill>
                  <a:schemeClr val="tx1"/>
                </a:solidFill>
              </a:rPr>
              <a:t>storage and processing costs</a:t>
            </a:r>
            <a:r>
              <a:rPr lang="en-US" dirty="0">
                <a:solidFill>
                  <a:schemeClr val="tx1"/>
                </a:solidFill>
              </a:rPr>
              <a:t>.</a:t>
            </a:r>
            <a:br>
              <a:rPr lang="en-US" dirty="0">
                <a:solidFill>
                  <a:schemeClr val="tx1"/>
                </a:solidFill>
              </a:rPr>
            </a:br>
            <a:endParaRPr lang="en-US" dirty="0">
              <a:solidFill>
                <a:schemeClr val="tx1"/>
              </a:solidFill>
            </a:endParaRPr>
          </a:p>
          <a:p>
            <a:pPr marL="0" indent="0">
              <a:buNone/>
            </a:pPr>
            <a:r>
              <a:rPr lang="en-US" b="1" dirty="0">
                <a:solidFill>
                  <a:schemeClr val="tx1"/>
                </a:solidFill>
              </a:rPr>
              <a:t>Better Support for Analytics and BI</a:t>
            </a:r>
          </a:p>
          <a:p>
            <a:pPr>
              <a:buClr>
                <a:schemeClr val="tx1"/>
              </a:buClr>
              <a:buFont typeface="Wingdings" panose="05000000000000000000" pitchFamily="2" charset="2"/>
              <a:buChar char="§"/>
            </a:pPr>
            <a:r>
              <a:rPr lang="en-US" dirty="0">
                <a:solidFill>
                  <a:schemeClr val="tx1"/>
                </a:solidFill>
              </a:rPr>
              <a:t>Good data governance ensures high-quality input data for:</a:t>
            </a:r>
          </a:p>
          <a:p>
            <a:pPr marL="557213" lvl="2" indent="-257175">
              <a:buClr>
                <a:schemeClr val="tx1"/>
              </a:buClr>
              <a:buFont typeface="Wingdings" panose="05000000000000000000" pitchFamily="2" charset="2"/>
              <a:buChar char="§"/>
            </a:pPr>
            <a:r>
              <a:rPr lang="en-US" sz="1200" dirty="0"/>
              <a:t>Business Intelligence (BI)</a:t>
            </a:r>
          </a:p>
          <a:p>
            <a:pPr marL="557213" lvl="2" indent="-257175">
              <a:buClr>
                <a:schemeClr val="tx1"/>
              </a:buClr>
              <a:buFont typeface="Wingdings" panose="05000000000000000000" pitchFamily="2" charset="2"/>
              <a:buChar char="§"/>
            </a:pPr>
            <a:r>
              <a:rPr lang="en-US" sz="1200" dirty="0"/>
              <a:t>Dashboards</a:t>
            </a:r>
          </a:p>
          <a:p>
            <a:pPr marL="557213" lvl="2" indent="-257175">
              <a:buClr>
                <a:schemeClr val="tx1"/>
              </a:buClr>
              <a:buFont typeface="Wingdings" panose="05000000000000000000" pitchFamily="2" charset="2"/>
              <a:buChar char="§"/>
            </a:pPr>
            <a:r>
              <a:rPr lang="en-US" sz="1200" dirty="0"/>
              <a:t>Data analytics and AI</a:t>
            </a:r>
          </a:p>
          <a:p>
            <a:pPr>
              <a:buClr>
                <a:schemeClr val="tx1"/>
              </a:buClr>
              <a:buFont typeface="Wingdings" panose="05000000000000000000" pitchFamily="2" charset="2"/>
              <a:buChar char="§"/>
            </a:pPr>
            <a:r>
              <a:rPr lang="en-US" dirty="0">
                <a:solidFill>
                  <a:schemeClr val="tx1"/>
                </a:solidFill>
              </a:rPr>
              <a:t>Results are more meaningful and trustworthy.</a:t>
            </a:r>
          </a:p>
          <a:p>
            <a:endParaRPr lang="en-IN" dirty="0"/>
          </a:p>
        </p:txBody>
      </p:sp>
    </p:spTree>
    <p:extLst>
      <p:ext uri="{BB962C8B-B14F-4D97-AF65-F5344CB8AC3E}">
        <p14:creationId xmlns:p14="http://schemas.microsoft.com/office/powerpoint/2010/main" val="30393423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8A9D-7B19-092D-2B85-011D4A9F848D}"/>
              </a:ext>
            </a:extLst>
          </p:cNvPr>
          <p:cNvSpPr>
            <a:spLocks noGrp="1"/>
          </p:cNvSpPr>
          <p:nvPr>
            <p:ph type="title"/>
          </p:nvPr>
        </p:nvSpPr>
        <p:spPr>
          <a:xfrm>
            <a:off x="508001" y="1314451"/>
            <a:ext cx="6447501" cy="553064"/>
          </a:xfrm>
        </p:spPr>
        <p:txBody>
          <a:bodyPr>
            <a:normAutofit fontScale="90000"/>
          </a:bodyPr>
          <a:lstStyle/>
          <a:p>
            <a:r>
              <a:rPr lang="en-US" b="1" dirty="0">
                <a:solidFill>
                  <a:schemeClr val="tx1"/>
                </a:solidFill>
              </a:rPr>
              <a:t>What is the Ethical Use of Data?</a:t>
            </a:r>
            <a:endParaRPr lang="en-IN" b="1" dirty="0">
              <a:solidFill>
                <a:schemeClr val="tx1"/>
              </a:solidFill>
            </a:endParaRPr>
          </a:p>
        </p:txBody>
      </p:sp>
      <p:sp>
        <p:nvSpPr>
          <p:cNvPr id="3" name="Content Placeholder 2">
            <a:extLst>
              <a:ext uri="{FF2B5EF4-FFF2-40B4-BE49-F238E27FC236}">
                <a16:creationId xmlns:a16="http://schemas.microsoft.com/office/drawing/2014/main" id="{40D18B01-1A5C-73EB-FC5E-B14964C24345}"/>
              </a:ext>
            </a:extLst>
          </p:cNvPr>
          <p:cNvSpPr>
            <a:spLocks noGrp="1"/>
          </p:cNvSpPr>
          <p:nvPr>
            <p:ph idx="1"/>
          </p:nvPr>
        </p:nvSpPr>
        <p:spPr>
          <a:xfrm>
            <a:off x="508001" y="1941257"/>
            <a:ext cx="7551993" cy="3447015"/>
          </a:xfrm>
        </p:spPr>
        <p:txBody>
          <a:bodyPr/>
          <a:lstStyle/>
          <a:p>
            <a:pPr marL="0" indent="0">
              <a:buNone/>
            </a:pPr>
            <a:r>
              <a:rPr lang="en-IN" sz="1800" dirty="0"/>
              <a:t>The ethical use of data involves following principles like consent and transparency, fairness and non-discrimination, data minimization, and accountability when collecting, using, and managing data. This means getting clear permission from individuals, being open about how their data is used, ensuring data doesn't perpetuate bias, collecting only what is necessary, and taking responsibility for any data-related issues that arise.  </a:t>
            </a:r>
          </a:p>
          <a:p>
            <a:pPr marL="0" indent="0">
              <a:buNone/>
            </a:pPr>
            <a:endParaRPr lang="en-IN" sz="1800" dirty="0"/>
          </a:p>
          <a:p>
            <a:endParaRPr lang="en-IN" dirty="0"/>
          </a:p>
        </p:txBody>
      </p:sp>
    </p:spTree>
    <p:extLst>
      <p:ext uri="{BB962C8B-B14F-4D97-AF65-F5344CB8AC3E}">
        <p14:creationId xmlns:p14="http://schemas.microsoft.com/office/powerpoint/2010/main" val="17115117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91B607-36EA-6BC4-599C-0AEEE9C5A242}"/>
              </a:ext>
            </a:extLst>
          </p:cNvPr>
          <p:cNvSpPr>
            <a:spLocks noGrp="1"/>
          </p:cNvSpPr>
          <p:nvPr>
            <p:ph idx="1"/>
          </p:nvPr>
        </p:nvSpPr>
        <p:spPr>
          <a:xfrm>
            <a:off x="508000" y="1277579"/>
            <a:ext cx="7987070" cy="4365522"/>
          </a:xfrm>
        </p:spPr>
        <p:txBody>
          <a:bodyPr>
            <a:normAutofit/>
          </a:bodyPr>
          <a:lstStyle/>
          <a:p>
            <a:pPr marL="0" indent="0">
              <a:buNone/>
            </a:pPr>
            <a:r>
              <a:rPr lang="en-US" sz="1800" b="1" dirty="0"/>
              <a:t>Key principles of ethical data use:</a:t>
            </a:r>
          </a:p>
          <a:p>
            <a:pPr marL="0" indent="0">
              <a:buNone/>
            </a:pPr>
            <a:r>
              <a:rPr lang="en-IN" sz="1500" b="1" dirty="0"/>
              <a:t>Consent and Transparency:</a:t>
            </a:r>
            <a:r>
              <a:rPr lang="en-IN" sz="1500" dirty="0"/>
              <a:t> </a:t>
            </a:r>
          </a:p>
          <a:p>
            <a:pPr marL="0" indent="0">
              <a:buNone/>
            </a:pPr>
            <a:r>
              <a:rPr lang="en-IN" sz="1500" dirty="0"/>
              <a:t>Obtain informed consent before collecting data and be transparent about what data you are collecting, why, and how it will be used. Individuals should understand their rights and the implications of sharing their information. </a:t>
            </a:r>
          </a:p>
          <a:p>
            <a:pPr marL="0" indent="0">
              <a:buNone/>
            </a:pPr>
            <a:r>
              <a:rPr lang="en-IN" sz="1500" b="1" dirty="0"/>
              <a:t>Fairness and Non-Discrimination:</a:t>
            </a:r>
            <a:r>
              <a:rPr lang="en-IN" sz="1500" dirty="0"/>
              <a:t> </a:t>
            </a:r>
          </a:p>
          <a:p>
            <a:pPr marL="0" indent="0">
              <a:buNone/>
            </a:pPr>
            <a:r>
              <a:rPr lang="en-IN" sz="1500" dirty="0"/>
              <a:t>Avoid using data in ways that perpetuate bias or discrimination. This requires actively identifying and mitigating biases in data collection and analysis to ensure fair outcomes. </a:t>
            </a:r>
          </a:p>
          <a:p>
            <a:pPr marL="0" indent="0">
              <a:buNone/>
            </a:pPr>
            <a:r>
              <a:rPr lang="en-IN" sz="1500" b="1" dirty="0"/>
              <a:t>Data Minimization:</a:t>
            </a:r>
            <a:r>
              <a:rPr lang="en-IN" sz="1500" dirty="0"/>
              <a:t> </a:t>
            </a:r>
          </a:p>
          <a:p>
            <a:pPr marL="0" indent="0">
              <a:buNone/>
            </a:pPr>
            <a:r>
              <a:rPr lang="en-IN" sz="1500" dirty="0"/>
              <a:t>Collect only the data that is necessary for a specific purpose. Avoid collecting excessive data, which not only respects individual privacy but also reduces the risk associated with handling large volumes of sensitive information. </a:t>
            </a:r>
          </a:p>
          <a:p>
            <a:endParaRPr lang="en-IN" dirty="0"/>
          </a:p>
        </p:txBody>
      </p:sp>
    </p:spTree>
    <p:extLst>
      <p:ext uri="{BB962C8B-B14F-4D97-AF65-F5344CB8AC3E}">
        <p14:creationId xmlns:p14="http://schemas.microsoft.com/office/powerpoint/2010/main" val="28858379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573D5-0D3C-BDF2-E375-4B9AE1AFFB46}"/>
              </a:ext>
            </a:extLst>
          </p:cNvPr>
          <p:cNvSpPr>
            <a:spLocks noGrp="1"/>
          </p:cNvSpPr>
          <p:nvPr>
            <p:ph idx="1"/>
          </p:nvPr>
        </p:nvSpPr>
        <p:spPr>
          <a:xfrm>
            <a:off x="508001" y="1417690"/>
            <a:ext cx="7891206" cy="3970583"/>
          </a:xfrm>
        </p:spPr>
        <p:txBody>
          <a:bodyPr/>
          <a:lstStyle/>
          <a:p>
            <a:pPr marL="0" indent="0">
              <a:buNone/>
            </a:pPr>
            <a:r>
              <a:rPr lang="en-IN" sz="1500" b="1" dirty="0"/>
              <a:t>Accountability:</a:t>
            </a:r>
            <a:r>
              <a:rPr lang="en-IN" sz="1500" dirty="0"/>
              <a:t> </a:t>
            </a:r>
          </a:p>
          <a:p>
            <a:pPr marL="0" indent="0">
              <a:buNone/>
            </a:pPr>
            <a:r>
              <a:rPr lang="en-IN" sz="1500" dirty="0"/>
              <a:t>Take responsibility for how data is handled throughout its lifecycle, including its collection, use, and disposal. This means establishing governance and having clear lines of responsibility, especially when something goes wrong, such as a data breach. </a:t>
            </a:r>
          </a:p>
          <a:p>
            <a:pPr marL="0" indent="0">
              <a:buNone/>
            </a:pPr>
            <a:r>
              <a:rPr lang="en-IN" sz="1500" b="1" dirty="0"/>
              <a:t>Privacy and Security:</a:t>
            </a:r>
            <a:r>
              <a:rPr lang="en-IN" sz="1500" dirty="0"/>
              <a:t> </a:t>
            </a:r>
          </a:p>
          <a:p>
            <a:pPr marL="0" indent="0">
              <a:buNone/>
            </a:pPr>
            <a:r>
              <a:rPr lang="en-IN" sz="1500" dirty="0"/>
              <a:t>Protect personal data from unauthorized access and ensure it is stored and transmitted securely. </a:t>
            </a:r>
          </a:p>
          <a:p>
            <a:pPr marL="0" indent="0">
              <a:buNone/>
            </a:pPr>
            <a:r>
              <a:rPr lang="en-IN" sz="1500" b="1" dirty="0"/>
              <a:t>Integrity and Quality:</a:t>
            </a:r>
            <a:r>
              <a:rPr lang="en-IN" sz="1500" dirty="0"/>
              <a:t> </a:t>
            </a:r>
          </a:p>
          <a:p>
            <a:pPr marL="0" indent="0">
              <a:buNone/>
            </a:pPr>
            <a:r>
              <a:rPr lang="en-IN" sz="1500" dirty="0"/>
              <a:t>Ensure the accuracy and reliability of the data used to make decisions, as data quality is crucial for trustworthy outcomes. </a:t>
            </a:r>
          </a:p>
          <a:p>
            <a:endParaRPr lang="en-IN" dirty="0"/>
          </a:p>
        </p:txBody>
      </p:sp>
    </p:spTree>
    <p:extLst>
      <p:ext uri="{BB962C8B-B14F-4D97-AF65-F5344CB8AC3E}">
        <p14:creationId xmlns:p14="http://schemas.microsoft.com/office/powerpoint/2010/main" val="12783670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B5FB5-0B20-C96D-125B-49C2679098E0}"/>
              </a:ext>
            </a:extLst>
          </p:cNvPr>
          <p:cNvSpPr>
            <a:spLocks noGrp="1"/>
          </p:cNvSpPr>
          <p:nvPr>
            <p:ph type="title"/>
          </p:nvPr>
        </p:nvSpPr>
        <p:spPr>
          <a:xfrm>
            <a:off x="508000" y="1314450"/>
            <a:ext cx="8156677" cy="494071"/>
          </a:xfrm>
        </p:spPr>
        <p:txBody>
          <a:bodyPr>
            <a:normAutofit fontScale="90000"/>
          </a:bodyPr>
          <a:lstStyle/>
          <a:p>
            <a:r>
              <a:rPr lang="en-US" b="1" dirty="0">
                <a:solidFill>
                  <a:schemeClr val="tx1"/>
                </a:solidFill>
              </a:rPr>
              <a:t>CCPA vs GDPR compliance: Similarities and Differences</a:t>
            </a:r>
            <a:br>
              <a:rPr lang="en-US" dirty="0"/>
            </a:br>
            <a:endParaRPr lang="en-IN" dirty="0"/>
          </a:p>
        </p:txBody>
      </p:sp>
      <p:sp>
        <p:nvSpPr>
          <p:cNvPr id="3" name="Content Placeholder 2">
            <a:extLst>
              <a:ext uri="{FF2B5EF4-FFF2-40B4-BE49-F238E27FC236}">
                <a16:creationId xmlns:a16="http://schemas.microsoft.com/office/drawing/2014/main" id="{D79DAACB-CD8D-5601-56E5-AFA7EC4FEA68}"/>
              </a:ext>
            </a:extLst>
          </p:cNvPr>
          <p:cNvSpPr>
            <a:spLocks noGrp="1"/>
          </p:cNvSpPr>
          <p:nvPr>
            <p:ph idx="1"/>
          </p:nvPr>
        </p:nvSpPr>
        <p:spPr>
          <a:xfrm>
            <a:off x="508000" y="1889637"/>
            <a:ext cx="8156677" cy="3723967"/>
          </a:xfrm>
        </p:spPr>
        <p:txBody>
          <a:bodyPr>
            <a:normAutofit/>
          </a:bodyPr>
          <a:lstStyle/>
          <a:p>
            <a:pPr marL="0" indent="0">
              <a:buNone/>
            </a:pPr>
            <a:r>
              <a:rPr lang="en-US" sz="1500" dirty="0"/>
              <a:t>Both the </a:t>
            </a:r>
            <a:r>
              <a:rPr lang="en-US" sz="1500" b="1" dirty="0"/>
              <a:t>General Data Protection Regulation (GDPR)</a:t>
            </a:r>
            <a:r>
              <a:rPr lang="en-US" sz="1500" dirty="0"/>
              <a:t> and the </a:t>
            </a:r>
            <a:r>
              <a:rPr lang="en-US" sz="1500" b="1" dirty="0"/>
              <a:t>California Consumer Privacy Act (CCPA)</a:t>
            </a:r>
            <a:r>
              <a:rPr lang="en-US" sz="1500" dirty="0"/>
              <a:t> aim to give individuals greater control and transparency over their personal data, but they differ significantly in scope, core principles, and enforcement.</a:t>
            </a:r>
          </a:p>
          <a:p>
            <a:pPr marL="0" indent="0">
              <a:buNone/>
            </a:pPr>
            <a:r>
              <a:rPr lang="en-US" sz="1500" b="1" dirty="0"/>
              <a:t>Both aim to protect individuals’ personal data and give them control over how businesses use it.</a:t>
            </a:r>
            <a:endParaRPr lang="en-US" sz="1500" dirty="0"/>
          </a:p>
          <a:p>
            <a:pPr marL="0" indent="0">
              <a:buNone/>
            </a:pPr>
            <a:r>
              <a:rPr lang="en-US" sz="1500" b="1" dirty="0"/>
              <a:t>GDPR focus:</a:t>
            </a:r>
            <a:endParaRPr lang="en-US" sz="1500" dirty="0"/>
          </a:p>
          <a:p>
            <a:pPr lvl="1" indent="0">
              <a:buNone/>
            </a:pPr>
            <a:r>
              <a:rPr lang="en-US" sz="1500" dirty="0"/>
              <a:t>Broad </a:t>
            </a:r>
            <a:r>
              <a:rPr lang="en-US" sz="1500" b="1" dirty="0"/>
              <a:t>data protection &amp; privacy</a:t>
            </a:r>
            <a:r>
              <a:rPr lang="en-US" sz="1500" dirty="0"/>
              <a:t> framework</a:t>
            </a:r>
          </a:p>
          <a:p>
            <a:pPr lvl="1" indent="0">
              <a:buNone/>
            </a:pPr>
            <a:r>
              <a:rPr lang="en-US" sz="1500" dirty="0"/>
              <a:t>Strong on </a:t>
            </a:r>
            <a:r>
              <a:rPr lang="en-US" sz="1500" b="1" dirty="0"/>
              <a:t>lawful basis</a:t>
            </a:r>
            <a:r>
              <a:rPr lang="en-US" sz="1500" dirty="0"/>
              <a:t>, </a:t>
            </a:r>
            <a:r>
              <a:rPr lang="en-US" sz="1500" b="1" dirty="0"/>
              <a:t>consent</a:t>
            </a:r>
            <a:r>
              <a:rPr lang="en-US" sz="1500" dirty="0"/>
              <a:t>, and </a:t>
            </a:r>
            <a:r>
              <a:rPr lang="en-US" sz="1500" b="1" dirty="0"/>
              <a:t>data minimization</a:t>
            </a:r>
            <a:endParaRPr lang="en-US" sz="1500" dirty="0"/>
          </a:p>
          <a:p>
            <a:pPr marL="0" indent="0">
              <a:buNone/>
            </a:pPr>
            <a:r>
              <a:rPr lang="en-US" sz="1500" b="1" dirty="0"/>
              <a:t>CCPA focus:</a:t>
            </a:r>
            <a:endParaRPr lang="en-US" sz="1500" dirty="0"/>
          </a:p>
          <a:p>
            <a:pPr lvl="1" indent="0">
              <a:buNone/>
            </a:pPr>
            <a:r>
              <a:rPr lang="en-US" sz="1500" dirty="0"/>
              <a:t>More about </a:t>
            </a:r>
            <a:r>
              <a:rPr lang="en-US" sz="1500" b="1" dirty="0"/>
              <a:t>consumer rights</a:t>
            </a:r>
            <a:r>
              <a:rPr lang="en-US" sz="1500" dirty="0"/>
              <a:t> and </a:t>
            </a:r>
            <a:r>
              <a:rPr lang="en-US" sz="1500" b="1" dirty="0"/>
              <a:t>data transparency</a:t>
            </a:r>
            <a:endParaRPr lang="en-US" sz="1500" dirty="0"/>
          </a:p>
          <a:p>
            <a:pPr lvl="1" indent="0">
              <a:buNone/>
            </a:pPr>
            <a:r>
              <a:rPr lang="en-US" sz="1500" dirty="0"/>
              <a:t>Strong on </a:t>
            </a:r>
            <a:r>
              <a:rPr lang="en-US" sz="1500" b="1" dirty="0"/>
              <a:t>“Do Not Sell or Share My Personal Information”</a:t>
            </a:r>
            <a:endParaRPr lang="en-US" sz="1500" dirty="0"/>
          </a:p>
          <a:p>
            <a:endParaRPr lang="en-IN" dirty="0"/>
          </a:p>
        </p:txBody>
      </p:sp>
    </p:spTree>
    <p:extLst>
      <p:ext uri="{BB962C8B-B14F-4D97-AF65-F5344CB8AC3E}">
        <p14:creationId xmlns:p14="http://schemas.microsoft.com/office/powerpoint/2010/main" val="6801541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44795A-7A28-262F-393D-07E40977FC21}"/>
              </a:ext>
            </a:extLst>
          </p:cNvPr>
          <p:cNvSpPr>
            <a:spLocks noGrp="1"/>
          </p:cNvSpPr>
          <p:nvPr>
            <p:ph idx="1"/>
          </p:nvPr>
        </p:nvSpPr>
        <p:spPr>
          <a:xfrm>
            <a:off x="508001" y="1402940"/>
            <a:ext cx="7994445" cy="4173794"/>
          </a:xfrm>
        </p:spPr>
        <p:txBody>
          <a:bodyPr>
            <a:normAutofit/>
          </a:bodyPr>
          <a:lstStyle/>
          <a:p>
            <a:pPr marL="0" indent="0">
              <a:buNone/>
            </a:pPr>
            <a:r>
              <a:rPr lang="en-IN" sz="1800" b="1" dirty="0"/>
              <a:t>Key Similarities: </a:t>
            </a:r>
          </a:p>
          <a:p>
            <a:pPr marL="0" indent="0">
              <a:buNone/>
            </a:pPr>
            <a:r>
              <a:rPr lang="en-US" sz="1500" b="1" dirty="0"/>
              <a:t>Goal:</a:t>
            </a:r>
            <a:r>
              <a:rPr lang="en-US" sz="1500" dirty="0"/>
              <a:t> Both regulations share the primary objective of protecting individual data privacy rights and enhancing transparency in data handling practices.</a:t>
            </a:r>
          </a:p>
          <a:p>
            <a:pPr marL="0" indent="0">
              <a:buNone/>
            </a:pPr>
            <a:r>
              <a:rPr lang="en-US" sz="1500" b="1" dirty="0"/>
              <a:t>Global Reach:</a:t>
            </a:r>
            <a:r>
              <a:rPr lang="en-US" sz="1500" dirty="0"/>
              <a:t> Both laws can apply to organizations worldwide, provided they process the personal data of EU residents (GDPR) or California residents (CCPA), regardless of the business's physical location.</a:t>
            </a:r>
          </a:p>
          <a:p>
            <a:pPr marL="0" indent="0">
              <a:buNone/>
            </a:pPr>
            <a:r>
              <a:rPr lang="en-US" sz="1500" b="1" dirty="0"/>
              <a:t>Consumer Rights:</a:t>
            </a:r>
            <a:r>
              <a:rPr lang="en-US" sz="1500" dirty="0"/>
              <a:t> Both grant individuals similar core rights concerning their data, including the right to know what data is collected, the right to access that data, and the right to request its deletion (right to erasure).</a:t>
            </a:r>
          </a:p>
          <a:p>
            <a:pPr marL="0" indent="0">
              <a:buNone/>
            </a:pPr>
            <a:r>
              <a:rPr lang="en-US" sz="1500" b="1" dirty="0"/>
              <a:t>Security Measures:</a:t>
            </a:r>
            <a:r>
              <a:rPr lang="en-US" sz="1500" dirty="0"/>
              <a:t> Both require organizations to implement reasonable security measures to protect personal data and mandate breach notifications to affected individuals.</a:t>
            </a:r>
          </a:p>
          <a:p>
            <a:pPr marL="0" indent="0">
              <a:buNone/>
            </a:pPr>
            <a:r>
              <a:rPr lang="en-US" sz="1500" b="1" dirty="0"/>
              <a:t>Penalties:</a:t>
            </a:r>
            <a:r>
              <a:rPr lang="en-US" sz="1500" dirty="0"/>
              <a:t> Both laws impose significant fines for non-compliance, aiming to deter violations and ensure accountability. </a:t>
            </a:r>
          </a:p>
          <a:p>
            <a:endParaRPr lang="en-IN" dirty="0"/>
          </a:p>
        </p:txBody>
      </p:sp>
    </p:spTree>
    <p:extLst>
      <p:ext uri="{BB962C8B-B14F-4D97-AF65-F5344CB8AC3E}">
        <p14:creationId xmlns:p14="http://schemas.microsoft.com/office/powerpoint/2010/main" val="13331923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19F4D6-9FCE-0D13-7690-B9383793761B}"/>
              </a:ext>
            </a:extLst>
          </p:cNvPr>
          <p:cNvSpPr>
            <a:spLocks noGrp="1"/>
          </p:cNvSpPr>
          <p:nvPr>
            <p:ph idx="1"/>
          </p:nvPr>
        </p:nvSpPr>
        <p:spPr>
          <a:xfrm>
            <a:off x="508000" y="1343947"/>
            <a:ext cx="8023942" cy="4254910"/>
          </a:xfrm>
        </p:spPr>
        <p:txBody>
          <a:bodyPr/>
          <a:lstStyle/>
          <a:p>
            <a:pPr marL="0" indent="0">
              <a:buNone/>
            </a:pPr>
            <a:r>
              <a:rPr lang="en-IN" b="1" dirty="0">
                <a:solidFill>
                  <a:schemeClr val="tx1"/>
                </a:solidFill>
              </a:rPr>
              <a:t>Key Differences :</a:t>
            </a:r>
          </a:p>
          <a:p>
            <a:endParaRPr lang="en-IN" dirty="0"/>
          </a:p>
        </p:txBody>
      </p:sp>
      <p:graphicFrame>
        <p:nvGraphicFramePr>
          <p:cNvPr id="4" name="Table 3">
            <a:extLst>
              <a:ext uri="{FF2B5EF4-FFF2-40B4-BE49-F238E27FC236}">
                <a16:creationId xmlns:a16="http://schemas.microsoft.com/office/drawing/2014/main" id="{EE1CD464-860E-2BBD-C6BE-F30A43707B0E}"/>
              </a:ext>
            </a:extLst>
          </p:cNvPr>
          <p:cNvGraphicFramePr>
            <a:graphicFrameLocks noGrp="1"/>
          </p:cNvGraphicFramePr>
          <p:nvPr>
            <p:extLst>
              <p:ext uri="{D42A27DB-BD31-4B8C-83A1-F6EECF244321}">
                <p14:modId xmlns:p14="http://schemas.microsoft.com/office/powerpoint/2010/main" val="2646734836"/>
              </p:ext>
            </p:extLst>
          </p:nvPr>
        </p:nvGraphicFramePr>
        <p:xfrm>
          <a:off x="744794" y="1720031"/>
          <a:ext cx="7418439" cy="4083423"/>
        </p:xfrm>
        <a:graphic>
          <a:graphicData uri="http://schemas.openxmlformats.org/drawingml/2006/table">
            <a:tbl>
              <a:tblPr firstRow="1" firstCol="1" bandRow="1">
                <a:tableStyleId>{5C22544A-7EE6-4342-B048-85BDC9FD1C3A}</a:tableStyleId>
              </a:tblPr>
              <a:tblGrid>
                <a:gridCol w="2472813">
                  <a:extLst>
                    <a:ext uri="{9D8B030D-6E8A-4147-A177-3AD203B41FA5}">
                      <a16:colId xmlns:a16="http://schemas.microsoft.com/office/drawing/2014/main" val="625115618"/>
                    </a:ext>
                  </a:extLst>
                </a:gridCol>
                <a:gridCol w="2472813">
                  <a:extLst>
                    <a:ext uri="{9D8B030D-6E8A-4147-A177-3AD203B41FA5}">
                      <a16:colId xmlns:a16="http://schemas.microsoft.com/office/drawing/2014/main" val="819077228"/>
                    </a:ext>
                  </a:extLst>
                </a:gridCol>
                <a:gridCol w="2472813">
                  <a:extLst>
                    <a:ext uri="{9D8B030D-6E8A-4147-A177-3AD203B41FA5}">
                      <a16:colId xmlns:a16="http://schemas.microsoft.com/office/drawing/2014/main" val="107233121"/>
                    </a:ext>
                  </a:extLst>
                </a:gridCol>
              </a:tblGrid>
              <a:tr h="514541">
                <a:tc>
                  <a:txBody>
                    <a:bodyPr/>
                    <a:lstStyle/>
                    <a:p>
                      <a:pPr>
                        <a:lnSpc>
                          <a:spcPct val="107000"/>
                        </a:lnSpc>
                        <a:spcAft>
                          <a:spcPts val="800"/>
                        </a:spcAft>
                        <a:buNone/>
                      </a:pPr>
                      <a:r>
                        <a:rPr lang="en-IN" sz="1400" kern="100" dirty="0">
                          <a:solidFill>
                            <a:sysClr val="windowText" lastClr="000000"/>
                          </a:solidFill>
                          <a:effectLst/>
                        </a:rPr>
                        <a:t>Feature </a:t>
                      </a:r>
                      <a:endParaRPr lang="en-IN" sz="1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438" marT="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400" kern="100">
                          <a:solidFill>
                            <a:sysClr val="windowText" lastClr="000000"/>
                          </a:solidFill>
                          <a:effectLst/>
                        </a:rPr>
                        <a:t>GDPR (General Data Protection Regulation)</a:t>
                      </a:r>
                      <a:endParaRPr lang="en-IN" sz="1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71438" marT="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400" kern="100">
                          <a:solidFill>
                            <a:sysClr val="windowText" lastClr="000000"/>
                          </a:solidFill>
                          <a:effectLst/>
                        </a:rPr>
                        <a:t>CCPA (California Consumer Privacy Act)</a:t>
                      </a:r>
                      <a:endParaRPr lang="en-IN" sz="1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0" marT="0"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9742503"/>
                  </a:ext>
                </a:extLst>
              </a:tr>
              <a:tr h="827206">
                <a:tc>
                  <a:txBody>
                    <a:bodyPr/>
                    <a:lstStyle/>
                    <a:p>
                      <a:pPr>
                        <a:lnSpc>
                          <a:spcPct val="107000"/>
                        </a:lnSpc>
                        <a:spcAft>
                          <a:spcPts val="800"/>
                        </a:spcAft>
                        <a:buNone/>
                      </a:pPr>
                      <a:r>
                        <a:rPr lang="en-IN" sz="1400" kern="100" dirty="0">
                          <a:solidFill>
                            <a:sysClr val="windowText" lastClr="000000"/>
                          </a:solidFill>
                          <a:effectLst/>
                        </a:rPr>
                        <a:t>Jurisdiction</a:t>
                      </a:r>
                      <a:endParaRPr lang="en-IN" sz="1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400" kern="100" dirty="0">
                          <a:solidFill>
                            <a:sysClr val="windowText" lastClr="000000"/>
                          </a:solidFill>
                          <a:effectLst/>
                        </a:rPr>
                        <a:t>The entire European Union and European Economic Area (EEA).</a:t>
                      </a:r>
                      <a:endParaRPr lang="en-IN" sz="1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400" kern="100">
                          <a:solidFill>
                            <a:sysClr val="windowText" lastClr="000000"/>
                          </a:solidFill>
                          <a:effectLst/>
                        </a:rPr>
                        <a:t>The state of California, U.S..</a:t>
                      </a:r>
                      <a:endParaRPr lang="en-IN" sz="1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0"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3092264"/>
                  </a:ext>
                </a:extLst>
              </a:tr>
              <a:tr h="1260777">
                <a:tc>
                  <a:txBody>
                    <a:bodyPr/>
                    <a:lstStyle/>
                    <a:p>
                      <a:pPr>
                        <a:lnSpc>
                          <a:spcPct val="107000"/>
                        </a:lnSpc>
                        <a:spcAft>
                          <a:spcPts val="800"/>
                        </a:spcAft>
                        <a:buNone/>
                      </a:pPr>
                      <a:r>
                        <a:rPr lang="en-IN" sz="1400" kern="100">
                          <a:solidFill>
                            <a:sysClr val="windowText" lastClr="000000"/>
                          </a:solidFill>
                          <a:effectLst/>
                        </a:rPr>
                        <a:t>Who is Protected</a:t>
                      </a:r>
                      <a:endParaRPr lang="en-IN" sz="1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400" kern="100" dirty="0">
                          <a:solidFill>
                            <a:sysClr val="windowText" lastClr="000000"/>
                          </a:solidFill>
                          <a:effectLst/>
                        </a:rPr>
                        <a:t>Any individual ("data subject") located within the EU at the time of data processing, regardless of citizenship or residency.</a:t>
                      </a:r>
                      <a:endParaRPr lang="en-IN" sz="1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400" kern="100">
                          <a:solidFill>
                            <a:sysClr val="windowText" lastClr="000000"/>
                          </a:solidFill>
                          <a:effectLst/>
                        </a:rPr>
                        <a:t>Only permanent California residents ("consumers").</a:t>
                      </a:r>
                      <a:endParaRPr lang="en-IN" sz="1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0"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2361691"/>
                  </a:ext>
                </a:extLst>
              </a:tr>
              <a:tr h="1480900">
                <a:tc>
                  <a:txBody>
                    <a:bodyPr/>
                    <a:lstStyle/>
                    <a:p>
                      <a:pPr>
                        <a:lnSpc>
                          <a:spcPct val="107000"/>
                        </a:lnSpc>
                        <a:spcAft>
                          <a:spcPts val="800"/>
                        </a:spcAft>
                        <a:buNone/>
                      </a:pPr>
                      <a:r>
                        <a:rPr lang="en-IN" sz="1400" kern="100">
                          <a:solidFill>
                            <a:sysClr val="windowText" lastClr="000000"/>
                          </a:solidFill>
                          <a:effectLst/>
                        </a:rPr>
                        <a:t>Scope of Application</a:t>
                      </a:r>
                      <a:endParaRPr lang="en-IN" sz="1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400" kern="100">
                          <a:solidFill>
                            <a:sysClr val="windowText" lastClr="000000"/>
                          </a:solidFill>
                          <a:effectLst/>
                        </a:rPr>
                        <a:t>Applies to virtually all organizations that process data of EU individuals, with no specific revenue or data volume thresholds.</a:t>
                      </a:r>
                      <a:endParaRPr lang="en-IN" sz="1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400" kern="100" dirty="0">
                          <a:solidFill>
                            <a:sysClr val="windowText" lastClr="000000"/>
                          </a:solidFill>
                          <a:effectLst/>
                        </a:rPr>
                        <a:t>Applies only to for-profit businesses meeting specific thresholds (e.g., annual revenue over $25 million, or handling data of 100,000+ consumers/households).</a:t>
                      </a:r>
                      <a:endParaRPr lang="en-IN" sz="1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0"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2911500"/>
                  </a:ext>
                </a:extLst>
              </a:tr>
            </a:tbl>
          </a:graphicData>
        </a:graphic>
      </p:graphicFrame>
    </p:spTree>
    <p:extLst>
      <p:ext uri="{BB962C8B-B14F-4D97-AF65-F5344CB8AC3E}">
        <p14:creationId xmlns:p14="http://schemas.microsoft.com/office/powerpoint/2010/main" val="35999642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E6D9903-4BAC-7B3E-B951-710EA125BEB7}"/>
              </a:ext>
            </a:extLst>
          </p:cNvPr>
          <p:cNvGraphicFramePr>
            <a:graphicFrameLocks noGrp="1"/>
          </p:cNvGraphicFramePr>
          <p:nvPr>
            <p:ph idx="1"/>
            <p:extLst>
              <p:ext uri="{D42A27DB-BD31-4B8C-83A1-F6EECF244321}">
                <p14:modId xmlns:p14="http://schemas.microsoft.com/office/powerpoint/2010/main" val="2011102464"/>
              </p:ext>
            </p:extLst>
          </p:nvPr>
        </p:nvGraphicFramePr>
        <p:xfrm>
          <a:off x="545691" y="1314451"/>
          <a:ext cx="8037871" cy="4564430"/>
        </p:xfrm>
        <a:graphic>
          <a:graphicData uri="http://schemas.openxmlformats.org/drawingml/2006/table">
            <a:tbl>
              <a:tblPr firstRow="1" firstCol="1" bandRow="1">
                <a:tableStyleId>{5C22544A-7EE6-4342-B048-85BDC9FD1C3A}</a:tableStyleId>
              </a:tblPr>
              <a:tblGrid>
                <a:gridCol w="2654710">
                  <a:extLst>
                    <a:ext uri="{9D8B030D-6E8A-4147-A177-3AD203B41FA5}">
                      <a16:colId xmlns:a16="http://schemas.microsoft.com/office/drawing/2014/main" val="2301844875"/>
                    </a:ext>
                  </a:extLst>
                </a:gridCol>
                <a:gridCol w="2691581">
                  <a:extLst>
                    <a:ext uri="{9D8B030D-6E8A-4147-A177-3AD203B41FA5}">
                      <a16:colId xmlns:a16="http://schemas.microsoft.com/office/drawing/2014/main" val="4225541562"/>
                    </a:ext>
                  </a:extLst>
                </a:gridCol>
                <a:gridCol w="2691581">
                  <a:extLst>
                    <a:ext uri="{9D8B030D-6E8A-4147-A177-3AD203B41FA5}">
                      <a16:colId xmlns:a16="http://schemas.microsoft.com/office/drawing/2014/main" val="2094524686"/>
                    </a:ext>
                  </a:extLst>
                </a:gridCol>
              </a:tblGrid>
              <a:tr h="1142358">
                <a:tc>
                  <a:txBody>
                    <a:bodyPr/>
                    <a:lstStyle/>
                    <a:p>
                      <a:pPr>
                        <a:lnSpc>
                          <a:spcPct val="107000"/>
                        </a:lnSpc>
                        <a:spcAft>
                          <a:spcPts val="800"/>
                        </a:spcAft>
                        <a:buNone/>
                      </a:pPr>
                      <a:r>
                        <a:rPr lang="en-IN" sz="1200" kern="100" dirty="0">
                          <a:solidFill>
                            <a:sysClr val="windowText" lastClr="000000"/>
                          </a:solidFill>
                          <a:effectLst/>
                        </a:rPr>
                        <a:t>Legal Basis for Processing</a:t>
                      </a:r>
                      <a:endParaRPr lang="en-IN" sz="12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200" kern="100">
                          <a:solidFill>
                            <a:sysClr val="windowText" lastClr="000000"/>
                          </a:solidFill>
                          <a:effectLst/>
                        </a:rPr>
                        <a:t>Requires a legal basis (e.g., explicit opt-in consent, contract necessity, or legitimate interest) before processing data.</a:t>
                      </a:r>
                      <a:endParaRPr lang="en-IN" sz="12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200" kern="100">
                          <a:solidFill>
                            <a:sysClr val="windowText" lastClr="000000"/>
                          </a:solidFill>
                          <a:effectLst/>
                        </a:rPr>
                        <a:t>Allows data processing by default but requires businesses to provide a clear option for consumers to opt-out of the sale or sharing of their data.</a:t>
                      </a:r>
                      <a:endParaRPr lang="en-IN" sz="12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0"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6980169"/>
                  </a:ext>
                </a:extLst>
              </a:tr>
              <a:tr h="944166">
                <a:tc>
                  <a:txBody>
                    <a:bodyPr/>
                    <a:lstStyle/>
                    <a:p>
                      <a:pPr>
                        <a:lnSpc>
                          <a:spcPct val="107000"/>
                        </a:lnSpc>
                        <a:spcAft>
                          <a:spcPts val="800"/>
                        </a:spcAft>
                        <a:buNone/>
                      </a:pPr>
                      <a:r>
                        <a:rPr lang="en-IN" sz="1200" kern="100">
                          <a:solidFill>
                            <a:sysClr val="windowText" lastClr="000000"/>
                          </a:solidFill>
                          <a:effectLst/>
                        </a:rPr>
                        <a:t>Data Definition</a:t>
                      </a:r>
                      <a:endParaRPr lang="en-IN" sz="12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200" kern="100" dirty="0">
                          <a:solidFill>
                            <a:sysClr val="windowText" lastClr="000000"/>
                          </a:solidFill>
                          <a:effectLst/>
                        </a:rPr>
                        <a:t>Broadly defines "personal data" as any information related to an identified or identifiable natural person.</a:t>
                      </a:r>
                      <a:endParaRPr lang="en-IN" sz="12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200" kern="100">
                          <a:solidFill>
                            <a:sysClr val="windowText" lastClr="000000"/>
                          </a:solidFill>
                          <a:effectLst/>
                        </a:rPr>
                        <a:t>Broadly defines "personal information" to include data that can be linked to a consumer or household/device.</a:t>
                      </a:r>
                      <a:endParaRPr lang="en-IN" sz="12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0"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1832770"/>
                  </a:ext>
                </a:extLst>
              </a:tr>
              <a:tr h="1335548">
                <a:tc>
                  <a:txBody>
                    <a:bodyPr/>
                    <a:lstStyle/>
                    <a:p>
                      <a:pPr>
                        <a:lnSpc>
                          <a:spcPct val="107000"/>
                        </a:lnSpc>
                        <a:spcAft>
                          <a:spcPts val="800"/>
                        </a:spcAft>
                        <a:buNone/>
                      </a:pPr>
                      <a:r>
                        <a:rPr lang="en-IN" sz="1200" kern="100">
                          <a:solidFill>
                            <a:sysClr val="windowText" lastClr="000000"/>
                          </a:solidFill>
                          <a:effectLst/>
                        </a:rPr>
                        <a:t>User Rights</a:t>
                      </a:r>
                      <a:endParaRPr lang="en-IN" sz="12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200" kern="100" dirty="0">
                          <a:solidFill>
                            <a:sysClr val="windowText" lastClr="000000"/>
                          </a:solidFill>
                          <a:effectLst/>
                        </a:rPr>
                        <a:t>Includes rights for access, deletion, rectification, data portability, objection to processing, and restriction of processing.</a:t>
                      </a:r>
                      <a:endParaRPr lang="en-IN" sz="12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200" kern="100">
                          <a:solidFill>
                            <a:sysClr val="windowText" lastClr="000000"/>
                          </a:solidFill>
                          <a:effectLst/>
                        </a:rPr>
                        <a:t>Grants rights to know (access), delete, opt-out of data sales/sharing, and nondiscrimination. (The CPRA amendment added a right to correct inaccurate data).</a:t>
                      </a:r>
                      <a:endParaRPr lang="en-IN" sz="12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0"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40496840"/>
                  </a:ext>
                </a:extLst>
              </a:tr>
              <a:tr h="1142358">
                <a:tc>
                  <a:txBody>
                    <a:bodyPr/>
                    <a:lstStyle/>
                    <a:p>
                      <a:pPr>
                        <a:lnSpc>
                          <a:spcPct val="107000"/>
                        </a:lnSpc>
                        <a:spcAft>
                          <a:spcPts val="800"/>
                        </a:spcAft>
                        <a:buNone/>
                      </a:pPr>
                      <a:r>
                        <a:rPr lang="en-IN" sz="1200" kern="100">
                          <a:solidFill>
                            <a:sysClr val="windowText" lastClr="000000"/>
                          </a:solidFill>
                          <a:effectLst/>
                        </a:rPr>
                        <a:t>Penalties</a:t>
                      </a:r>
                      <a:endParaRPr lang="en-IN" sz="12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200" kern="100">
                          <a:solidFill>
                            <a:sysClr val="windowText" lastClr="000000"/>
                          </a:solidFill>
                          <a:effectLst/>
                        </a:rPr>
                        <a:t>Higher potential fines: up to €20 million or 4% of a company's annual global turnover, whichever is higher.</a:t>
                      </a:r>
                      <a:endParaRPr lang="en-IN" sz="12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71438"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200" kern="100" dirty="0">
                          <a:solidFill>
                            <a:sysClr val="windowText" lastClr="000000"/>
                          </a:solidFill>
                          <a:effectLst/>
                        </a:rPr>
                        <a:t>Lower set fines: $2,500 for unintentional and $7,500 for intentional violations (per consumer/incident), with potential for consumer civil litigation.</a:t>
                      </a:r>
                      <a:endParaRPr lang="en-IN" sz="12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1438" marR="0" marT="85725" marB="8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2190826"/>
                  </a:ext>
                </a:extLst>
              </a:tr>
            </a:tbl>
          </a:graphicData>
        </a:graphic>
      </p:graphicFrame>
    </p:spTree>
    <p:extLst>
      <p:ext uri="{BB962C8B-B14F-4D97-AF65-F5344CB8AC3E}">
        <p14:creationId xmlns:p14="http://schemas.microsoft.com/office/powerpoint/2010/main" val="311337919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1CACE3"/>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2088</TotalTime>
  <Words>6419</Words>
  <Application>Microsoft Office PowerPoint</Application>
  <PresentationFormat>On-screen Show (4:3)</PresentationFormat>
  <Paragraphs>614</Paragraphs>
  <Slides>70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70</vt:i4>
      </vt:variant>
    </vt:vector>
  </HeadingPairs>
  <TitlesOfParts>
    <vt:vector size="76" baseType="lpstr">
      <vt:lpstr>Arial</vt:lpstr>
      <vt:lpstr>Calibri</vt:lpstr>
      <vt:lpstr>Century Gothic</vt:lpstr>
      <vt:lpstr>Wingdings</vt:lpstr>
      <vt:lpstr>Wingdings 3</vt:lpstr>
      <vt:lpstr>Wisp</vt:lpstr>
      <vt:lpstr>Information Technology </vt:lpstr>
      <vt:lpstr>What is Information Technology?</vt:lpstr>
      <vt:lpstr>Core Components of IT</vt:lpstr>
      <vt:lpstr>PowerPoint Presentation</vt:lpstr>
      <vt:lpstr>PowerPoint Presentation</vt:lpstr>
      <vt:lpstr>PowerPoint Presentation</vt:lpstr>
      <vt:lpstr>PowerPoint Presentation</vt:lpstr>
      <vt:lpstr>Applications of IT in Business:</vt:lpstr>
      <vt:lpstr>Key roles of IT in modern business:</vt:lpstr>
      <vt:lpstr>PowerPoint Presentation</vt:lpstr>
      <vt:lpstr>PowerPoint Presentation</vt:lpstr>
      <vt:lpstr>Enterprise Resource Planning</vt:lpstr>
      <vt:lpstr>Key Features of ERP Systems</vt:lpstr>
      <vt:lpstr>PowerPoint Presentation</vt:lpstr>
      <vt:lpstr>How Enterprise Resource Planning Platforms Work</vt:lpstr>
      <vt:lpstr>PowerPoint Presentation</vt:lpstr>
      <vt:lpstr>PowerPoint Presentation</vt:lpstr>
      <vt:lpstr>PowerPoint Presentation</vt:lpstr>
      <vt:lpstr>PowerPoint Presentation</vt:lpstr>
      <vt:lpstr>Types of ERP</vt:lpstr>
      <vt:lpstr>Benefits of ERP</vt:lpstr>
      <vt:lpstr>Benefits of ERP</vt:lpstr>
      <vt:lpstr>ERP vs CRM</vt:lpstr>
      <vt:lpstr>ERP vs CRM</vt:lpstr>
      <vt:lpstr>The Relationship between Business Strategy, IT Strategy and Alignment Capability </vt:lpstr>
      <vt:lpstr>PowerPoint Presentation</vt:lpstr>
      <vt:lpstr>PowerPoint Presentation</vt:lpstr>
      <vt:lpstr>How They Work Together</vt:lpstr>
      <vt:lpstr>The Alignment Cycle</vt:lpstr>
      <vt:lpstr>Difference between Structured, Semi-structured and Unstructured data </vt:lpstr>
      <vt:lpstr>Structured Data</vt:lpstr>
      <vt:lpstr>Semi-structured Data</vt:lpstr>
      <vt:lpstr>Unstructured Data</vt:lpstr>
      <vt:lpstr>Common Data Sources (internal data, third-party analytics, external data and open data) </vt:lpstr>
      <vt:lpstr>Data Collection</vt:lpstr>
      <vt:lpstr>Types of Data Collection (Based on Source)</vt:lpstr>
      <vt:lpstr>Introduction to data lifecycle management (DLM) </vt:lpstr>
      <vt:lpstr>What Do Business Analysts Do? </vt:lpstr>
      <vt:lpstr>Key responsibilities:</vt:lpstr>
      <vt:lpstr>PowerPoint Presentation</vt:lpstr>
      <vt:lpstr>Skills of a Business Analyst</vt:lpstr>
      <vt:lpstr>The Tools Used by Business Analysts</vt:lpstr>
      <vt:lpstr>Collaboration and Relationship-Building in Business Analysis </vt:lpstr>
      <vt:lpstr>Business Analysis Methodologies</vt:lpstr>
      <vt:lpstr>PowerPoint Presentation</vt:lpstr>
      <vt:lpstr>PowerPoint Presentation</vt:lpstr>
      <vt:lpstr>PowerPoint Presentation</vt:lpstr>
      <vt:lpstr>PowerPoint Presentation</vt:lpstr>
      <vt:lpstr>Key Differences Between Waterfall and Agile</vt:lpstr>
      <vt:lpstr>PowerPoint Presentation</vt:lpstr>
      <vt:lpstr>When to Use Waterfall</vt:lpstr>
      <vt:lpstr>When to Use Agile</vt:lpstr>
      <vt:lpstr>Stakeholder management</vt:lpstr>
      <vt:lpstr>The Benefits of Stakeholder Management </vt:lpstr>
      <vt:lpstr>PowerPoint Presentation</vt:lpstr>
      <vt:lpstr>Key aspects of stakeholder management </vt:lpstr>
      <vt:lpstr>What Is Scenario Analysis? </vt:lpstr>
      <vt:lpstr>PowerPoint Presentation</vt:lpstr>
      <vt:lpstr>PowerPoint Presentation</vt:lpstr>
      <vt:lpstr>Key Elements</vt:lpstr>
      <vt:lpstr>What are the benefits of data governance?</vt:lpstr>
      <vt:lpstr>PowerPoint Presentation</vt:lpstr>
      <vt:lpstr>PowerPoint Presentation</vt:lpstr>
      <vt:lpstr>What is the Ethical Use of Data?</vt:lpstr>
      <vt:lpstr>PowerPoint Presentation</vt:lpstr>
      <vt:lpstr>PowerPoint Presentation</vt:lpstr>
      <vt:lpstr>CCPA vs GDPR compliance: Similarities and Differences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Tandra Paul</dc:creator>
  <cp:lastModifiedBy>TUBA TAIYABA</cp:lastModifiedBy>
  <cp:revision>47</cp:revision>
  <dcterms:created xsi:type="dcterms:W3CDTF">2025-11-12T12:07:16Z</dcterms:created>
  <dcterms:modified xsi:type="dcterms:W3CDTF">2026-01-08T18:08:50Z</dcterms:modified>
</cp:coreProperties>
</file>